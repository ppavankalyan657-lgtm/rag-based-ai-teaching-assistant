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14.fntdata" ContentType="application/x-fontdata"/>
  <Override PartName="/ppt/fonts/font15.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9" r:id="rId11"/>
    <p:sldId id="270" r:id="rId12"/>
    <p:sldId id="263" r:id="rId13"/>
    <p:sldId id="264" r:id="rId14"/>
    <p:sldId id="271" r:id="rId15"/>
    <p:sldId id="272" r:id="rId16"/>
    <p:sldId id="265" r:id="rId17"/>
    <p:sldId id="266" r:id="rId18"/>
    <p:sldId id="273" r:id="rId19"/>
    <p:sldId id="267" r:id="rId20"/>
    <p:sldId id="274" r:id="rId21"/>
    <p:sldId id="268" r:id="rId22"/>
  </p:sldIdLst>
  <p:sldSz cx="9144000" cy="6858000"/>
  <p:notesSz cx="6858000" cy="9144000"/>
  <p:embeddedFontLst>
    <p:embeddedFont>
      <p:font typeface="Tahoma" panose="020B0604030504040204"/>
      <p:regular r:id="rId26"/>
      <p:bold r:id="rId27"/>
    </p:embeddedFont>
    <p:embeddedFont>
      <p:font typeface="Calibri" panose="020F0502020204030204"/>
      <p:regular r:id="rId28"/>
      <p:bold r:id="rId29"/>
      <p:italic r:id="rId30"/>
      <p:boldItalic r:id="rId31"/>
    </p:embeddedFont>
    <p:embeddedFont>
      <p:font typeface="Bitter Black"/>
      <p:bold r:id="rId32"/>
    </p:embeddedFont>
    <p:embeddedFont>
      <p:font typeface="Verdana" panose="020B0604030504040204"/>
      <p:regular r:id="rId33"/>
      <p:bold r:id="rId34"/>
      <p:italic r:id="rId35"/>
      <p:boldItalic r:id="rId36"/>
    </p:embeddedFont>
    <p:embeddedFont>
      <p:font typeface="Comic Sans MS" panose="030F0702030302020204"/>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85"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2185"/>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0" Type="http://schemas.openxmlformats.org/officeDocument/2006/relationships/font" Target="fonts/font15.fntdata"/><Relationship Id="rId4" Type="http://schemas.openxmlformats.org/officeDocument/2006/relationships/notesMaster" Target="notesMasters/notesMaster1.xml"/><Relationship Id="rId39" Type="http://schemas.openxmlformats.org/officeDocument/2006/relationships/font" Target="fonts/font14.fntdata"/><Relationship Id="rId38" Type="http://schemas.openxmlformats.org/officeDocument/2006/relationships/font" Target="fonts/font13.fntdata"/><Relationship Id="rId37" Type="http://schemas.openxmlformats.org/officeDocument/2006/relationships/font" Target="fonts/font12.fntdata"/><Relationship Id="rId36" Type="http://schemas.openxmlformats.org/officeDocument/2006/relationships/font" Target="fonts/font11.fntdata"/><Relationship Id="rId35" Type="http://schemas.openxmlformats.org/officeDocument/2006/relationships/font" Target="fonts/font10.fntdata"/><Relationship Id="rId34" Type="http://schemas.openxmlformats.org/officeDocument/2006/relationships/font" Target="fonts/font9.fntdata"/><Relationship Id="rId33" Type="http://schemas.openxmlformats.org/officeDocument/2006/relationships/font" Target="fonts/font8.fntdata"/><Relationship Id="rId32" Type="http://schemas.openxmlformats.org/officeDocument/2006/relationships/font" Target="fonts/font7.fntdata"/><Relationship Id="rId31" Type="http://schemas.openxmlformats.org/officeDocument/2006/relationships/font" Target="fonts/font6.fntdata"/><Relationship Id="rId30" Type="http://schemas.openxmlformats.org/officeDocument/2006/relationships/font" Target="fonts/font5.fntdata"/><Relationship Id="rId3" Type="http://schemas.openxmlformats.org/officeDocument/2006/relationships/slide" Target="slides/slide1.xml"/><Relationship Id="rId29" Type="http://schemas.openxmlformats.org/officeDocument/2006/relationships/font" Target="fonts/font4.fntdata"/><Relationship Id="rId28" Type="http://schemas.openxmlformats.org/officeDocument/2006/relationships/font" Target="fonts/font3.fntdata"/><Relationship Id="rId27" Type="http://schemas.openxmlformats.org/officeDocument/2006/relationships/font" Target="fonts/font2.fntdata"/><Relationship Id="rId26" Type="http://schemas.openxmlformats.org/officeDocument/2006/relationships/font" Target="fonts/font1.fntdata"/><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 name="Shape 2"/>
        <p:cNvGrpSpPr/>
        <p:nvPr/>
      </p:nvGrpSpPr>
      <p:grpSpPr>
        <a:xfrm>
          <a:off x="0" y="0"/>
          <a:ext cx="0" cy="0"/>
          <a:chOff x="0" y="0"/>
          <a:chExt cx="0" cy="0"/>
        </a:xfrm>
      </p:grpSpPr>
      <p:sp>
        <p:nvSpPr>
          <p:cNvPr id="3" name="Google Shape;3;n"/>
          <p:cNvSpPr txBox="1"/>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9" name="Shape 29"/>
        <p:cNvGrpSpPr/>
        <p:nvPr/>
      </p:nvGrpSpPr>
      <p:grpSpPr>
        <a:xfrm>
          <a:off x="0" y="0"/>
          <a:ext cx="0" cy="0"/>
          <a:chOff x="0" y="0"/>
          <a:chExt cx="0" cy="0"/>
        </a:xfrm>
      </p:grpSpPr>
      <p:sp>
        <p:nvSpPr>
          <p:cNvPr id="30" name="Google Shape;30;p1: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1" name="Google Shape;31;p1: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38" name="Shape 38"/>
        <p:cNvGrpSpPr/>
        <p:nvPr/>
      </p:nvGrpSpPr>
      <p:grpSpPr>
        <a:xfrm>
          <a:off x="0" y="0"/>
          <a:ext cx="0" cy="0"/>
          <a:chOff x="0" y="0"/>
          <a:chExt cx="0" cy="0"/>
        </a:xfrm>
      </p:grpSpPr>
      <p:sp>
        <p:nvSpPr>
          <p:cNvPr id="39" name="Google Shape;39;p2: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0" name="Google Shape;40;p2: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45" name="Shape 45"/>
        <p:cNvGrpSpPr/>
        <p:nvPr/>
      </p:nvGrpSpPr>
      <p:grpSpPr>
        <a:xfrm>
          <a:off x="0" y="0"/>
          <a:ext cx="0" cy="0"/>
          <a:chOff x="0" y="0"/>
          <a:chExt cx="0" cy="0"/>
        </a:xfrm>
      </p:grpSpPr>
      <p:sp>
        <p:nvSpPr>
          <p:cNvPr id="46" name="Google Shape;46;p3: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7" name="Google Shape;47;p3: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52" name="Shape 52"/>
        <p:cNvGrpSpPr/>
        <p:nvPr/>
      </p:nvGrpSpPr>
      <p:grpSpPr>
        <a:xfrm>
          <a:off x="0" y="0"/>
          <a:ext cx="0" cy="0"/>
          <a:chOff x="0" y="0"/>
          <a:chExt cx="0" cy="0"/>
        </a:xfrm>
      </p:grpSpPr>
      <p:sp>
        <p:nvSpPr>
          <p:cNvPr id="53" name="Google Shape;53;p4: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4" name="Google Shape;54;p4: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63" name="Shape 63"/>
        <p:cNvGrpSpPr/>
        <p:nvPr/>
      </p:nvGrpSpPr>
      <p:grpSpPr>
        <a:xfrm>
          <a:off x="0" y="0"/>
          <a:ext cx="0" cy="0"/>
          <a:chOff x="0" y="0"/>
          <a:chExt cx="0" cy="0"/>
        </a:xfrm>
      </p:grpSpPr>
      <p:sp>
        <p:nvSpPr>
          <p:cNvPr id="64" name="Google Shape;64;p5: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5" name="Google Shape;65;p5: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86" name="Shape 86"/>
        <p:cNvGrpSpPr/>
        <p:nvPr/>
      </p:nvGrpSpPr>
      <p:grpSpPr>
        <a:xfrm>
          <a:off x="0" y="0"/>
          <a:ext cx="0" cy="0"/>
          <a:chOff x="0" y="0"/>
          <a:chExt cx="0" cy="0"/>
        </a:xfrm>
      </p:grpSpPr>
      <p:sp>
        <p:nvSpPr>
          <p:cNvPr id="87" name="Google Shape;87;p6: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8" name="Google Shape;88;p6: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94" name="Shape 94"/>
        <p:cNvGrpSpPr/>
        <p:nvPr/>
      </p:nvGrpSpPr>
      <p:grpSpPr>
        <a:xfrm>
          <a:off x="0" y="0"/>
          <a:ext cx="0" cy="0"/>
          <a:chOff x="0" y="0"/>
          <a:chExt cx="0" cy="0"/>
        </a:xfrm>
      </p:grpSpPr>
      <p:sp>
        <p:nvSpPr>
          <p:cNvPr id="95" name="Google Shape;95;p7: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96" name="Google Shape;96;p7: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5" name="Shape 105"/>
        <p:cNvGrpSpPr/>
        <p:nvPr/>
      </p:nvGrpSpPr>
      <p:grpSpPr>
        <a:xfrm>
          <a:off x="0" y="0"/>
          <a:ext cx="0" cy="0"/>
          <a:chOff x="0" y="0"/>
          <a:chExt cx="0" cy="0"/>
        </a:xfrm>
      </p:grpSpPr>
      <p:sp>
        <p:nvSpPr>
          <p:cNvPr id="106" name="Google Shape;106;p8: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07" name="Google Shape;107;p8: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9" name="Shape 119"/>
        <p:cNvGrpSpPr/>
        <p:nvPr/>
      </p:nvGrpSpPr>
      <p:grpSpPr>
        <a:xfrm>
          <a:off x="0" y="0"/>
          <a:ext cx="0" cy="0"/>
          <a:chOff x="0" y="0"/>
          <a:chExt cx="0" cy="0"/>
        </a:xfrm>
      </p:grpSpPr>
      <p:sp>
        <p:nvSpPr>
          <p:cNvPr id="120" name="Google Shape;120;p9: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1" name="Google Shape;121;p9: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6" name="Shape 126"/>
        <p:cNvGrpSpPr/>
        <p:nvPr/>
      </p:nvGrpSpPr>
      <p:grpSpPr>
        <a:xfrm>
          <a:off x="0" y="0"/>
          <a:ext cx="0" cy="0"/>
          <a:chOff x="0" y="0"/>
          <a:chExt cx="0" cy="0"/>
        </a:xfrm>
      </p:grpSpPr>
      <p:sp>
        <p:nvSpPr>
          <p:cNvPr id="127" name="Google Shape;127;p10: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8" name="Google Shape;128;p10: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8" name="Shape 138"/>
        <p:cNvGrpSpPr/>
        <p:nvPr/>
      </p:nvGrpSpPr>
      <p:grpSpPr>
        <a:xfrm>
          <a:off x="0" y="0"/>
          <a:ext cx="0" cy="0"/>
          <a:chOff x="0" y="0"/>
          <a:chExt cx="0" cy="0"/>
        </a:xfrm>
      </p:grpSpPr>
      <p:sp>
        <p:nvSpPr>
          <p:cNvPr id="139" name="Google Shape;139;p11: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40" name="Google Shape;140;p11: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0" name="Shape 150"/>
        <p:cNvGrpSpPr/>
        <p:nvPr/>
      </p:nvGrpSpPr>
      <p:grpSpPr>
        <a:xfrm>
          <a:off x="0" y="0"/>
          <a:ext cx="0" cy="0"/>
          <a:chOff x="0" y="0"/>
          <a:chExt cx="0" cy="0"/>
        </a:xfrm>
      </p:grpSpPr>
      <p:sp>
        <p:nvSpPr>
          <p:cNvPr id="151" name="Google Shape;151;p12: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52" name="Google Shape;152;p12: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6" name="Shape 166"/>
        <p:cNvGrpSpPr/>
        <p:nvPr/>
      </p:nvGrpSpPr>
      <p:grpSpPr>
        <a:xfrm>
          <a:off x="0" y="0"/>
          <a:ext cx="0" cy="0"/>
          <a:chOff x="0" y="0"/>
          <a:chExt cx="0" cy="0"/>
        </a:xfrm>
      </p:grpSpPr>
      <p:sp>
        <p:nvSpPr>
          <p:cNvPr id="167" name="Google Shape;167;p13: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68" name="Google Shape;168;p13: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2" name="Shape 12"/>
        <p:cNvGrpSpPr/>
        <p:nvPr/>
      </p:nvGrpSpPr>
      <p:grpSpPr>
        <a:xfrm>
          <a:off x="0" y="0"/>
          <a:ext cx="0" cy="0"/>
          <a:chOff x="0" y="0"/>
          <a:chExt cx="0" cy="0"/>
        </a:xfrm>
      </p:grpSpPr>
      <p:sp>
        <p:nvSpPr>
          <p:cNvPr id="13" name="Google Shape;13;p15"/>
          <p:cNvSpPr txBox="1"/>
          <p:nvPr>
            <p:ph type="ctrTitle"/>
          </p:nvPr>
        </p:nvSpPr>
        <p:spPr>
          <a:xfrm>
            <a:off x="685800" y="2130427"/>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00743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15"/>
          <p:cNvSpPr txBox="1"/>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360"/>
              </a:spcBef>
              <a:spcAft>
                <a:spcPts val="0"/>
              </a:spcAft>
              <a:buClr>
                <a:srgbClr val="888888"/>
              </a:buClr>
              <a:buSzPts val="1800"/>
              <a:buNone/>
              <a:defRPr>
                <a:solidFill>
                  <a:srgbClr val="888888"/>
                </a:solidFill>
              </a:defRPr>
            </a:lvl1pPr>
            <a:lvl2pPr lvl="1" algn="ctr">
              <a:spcBef>
                <a:spcPts val="360"/>
              </a:spcBef>
              <a:spcAft>
                <a:spcPts val="0"/>
              </a:spcAft>
              <a:buClr>
                <a:srgbClr val="888888"/>
              </a:buClr>
              <a:buSzPts val="1800"/>
              <a:buNone/>
              <a:defRPr>
                <a:solidFill>
                  <a:srgbClr val="888888"/>
                </a:solidFill>
              </a:defRPr>
            </a:lvl2pPr>
            <a:lvl3pPr lvl="2" algn="ctr">
              <a:spcBef>
                <a:spcPts val="360"/>
              </a:spcBef>
              <a:spcAft>
                <a:spcPts val="0"/>
              </a:spcAft>
              <a:buClr>
                <a:srgbClr val="888888"/>
              </a:buClr>
              <a:buSzPts val="1800"/>
              <a:buNone/>
              <a:defRPr>
                <a:solidFill>
                  <a:srgbClr val="888888"/>
                </a:solidFill>
              </a:defRPr>
            </a:lvl3pPr>
            <a:lvl4pPr lvl="3" algn="ctr">
              <a:spcBef>
                <a:spcPts val="360"/>
              </a:spcBef>
              <a:spcAft>
                <a:spcPts val="0"/>
              </a:spcAft>
              <a:buClr>
                <a:srgbClr val="888888"/>
              </a:buClr>
              <a:buSzPts val="1800"/>
              <a:buNone/>
              <a:defRPr>
                <a:solidFill>
                  <a:srgbClr val="888888"/>
                </a:solidFill>
              </a:defRPr>
            </a:lvl4pPr>
            <a:lvl5pPr lvl="4" algn="ctr">
              <a:spcBef>
                <a:spcPts val="360"/>
              </a:spcBef>
              <a:spcAft>
                <a:spcPts val="0"/>
              </a:spcAft>
              <a:buClr>
                <a:srgbClr val="888888"/>
              </a:buClr>
              <a:buSzPts val="18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5" name="Shape 15"/>
        <p:cNvGrpSpPr/>
        <p:nvPr/>
      </p:nvGrpSpPr>
      <p:grpSpPr>
        <a:xfrm>
          <a:off x="0" y="0"/>
          <a:ext cx="0" cy="0"/>
          <a:chOff x="0" y="0"/>
          <a:chExt cx="0" cy="0"/>
        </a:xfrm>
      </p:grpSpPr>
      <p:sp>
        <p:nvSpPr>
          <p:cNvPr id="16" name="Google Shape;16;p16"/>
          <p:cNvSpPr txBox="1"/>
          <p:nvPr>
            <p:ph type="title"/>
          </p:nvPr>
        </p:nvSpPr>
        <p:spPr>
          <a:xfrm>
            <a:off x="457200" y="274640"/>
            <a:ext cx="8229600" cy="68048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00B050"/>
              </a:buClr>
              <a:buSzPts val="2600"/>
              <a:buFont typeface="Tahoma" panose="020B0604030504040204"/>
              <a:buNone/>
              <a:defRPr sz="2600" b="1">
                <a:solidFill>
                  <a:srgbClr val="00B050"/>
                </a:solidFill>
                <a:latin typeface="Tahoma" panose="020B0604030504040204"/>
                <a:ea typeface="Tahoma" panose="020B0604030504040204"/>
                <a:cs typeface="Tahoma" panose="020B0604030504040204"/>
                <a:sym typeface="Tahoma" panose="020B0604030504040204"/>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6"/>
          <p:cNvSpPr txBox="1"/>
          <p:nvPr>
            <p:ph type="body" idx="1"/>
          </p:nvPr>
        </p:nvSpPr>
        <p:spPr>
          <a:xfrm>
            <a:off x="457200" y="1143002"/>
            <a:ext cx="8229600" cy="4983163"/>
          </a:xfrm>
          <a:prstGeom prst="rect">
            <a:avLst/>
          </a:prstGeom>
          <a:noFill/>
          <a:ln>
            <a:noFill/>
          </a:ln>
        </p:spPr>
        <p:txBody>
          <a:bodyPr spcFirstLastPara="1" wrap="square" lIns="91425" tIns="45700" rIns="91425" bIns="45700" anchor="t" anchorCtr="0">
            <a:normAutofit/>
          </a:bodyPr>
          <a:lstStyle>
            <a:lvl1pPr marL="457200" lvl="0" indent="-342900" algn="just">
              <a:lnSpc>
                <a:spcPct val="120000"/>
              </a:lnSpc>
              <a:spcBef>
                <a:spcPts val="0"/>
              </a:spcBef>
              <a:spcAft>
                <a:spcPts val="0"/>
              </a:spcAft>
              <a:buClr>
                <a:schemeClr val="dk1"/>
              </a:buClr>
              <a:buSzPts val="1800"/>
              <a:buChar char="•"/>
              <a:defRPr sz="1800">
                <a:latin typeface="Tahoma" panose="020B0604030504040204"/>
                <a:ea typeface="Tahoma" panose="020B0604030504040204"/>
                <a:cs typeface="Tahoma" panose="020B0604030504040204"/>
                <a:sym typeface="Tahoma" panose="020B0604030504040204"/>
              </a:defRPr>
            </a:lvl1pPr>
            <a:lvl2pPr marL="914400" lvl="1" indent="-342900" algn="just">
              <a:lnSpc>
                <a:spcPct val="120000"/>
              </a:lnSpc>
              <a:spcBef>
                <a:spcPts val="600"/>
              </a:spcBef>
              <a:spcAft>
                <a:spcPts val="0"/>
              </a:spcAft>
              <a:buClr>
                <a:schemeClr val="dk1"/>
              </a:buClr>
              <a:buSzPts val="1800"/>
              <a:buChar char="–"/>
              <a:defRPr sz="1800">
                <a:latin typeface="Tahoma" panose="020B0604030504040204"/>
                <a:ea typeface="Tahoma" panose="020B0604030504040204"/>
                <a:cs typeface="Tahoma" panose="020B0604030504040204"/>
                <a:sym typeface="Tahoma" panose="020B0604030504040204"/>
              </a:defRPr>
            </a:lvl2pPr>
            <a:lvl3pPr marL="1371600" lvl="2" indent="-342900" algn="just">
              <a:lnSpc>
                <a:spcPct val="120000"/>
              </a:lnSpc>
              <a:spcBef>
                <a:spcPts val="600"/>
              </a:spcBef>
              <a:spcAft>
                <a:spcPts val="0"/>
              </a:spcAft>
              <a:buClr>
                <a:schemeClr val="dk1"/>
              </a:buClr>
              <a:buSzPts val="1800"/>
              <a:buChar char="•"/>
              <a:defRPr sz="1800">
                <a:latin typeface="Tahoma" panose="020B0604030504040204"/>
                <a:ea typeface="Tahoma" panose="020B0604030504040204"/>
                <a:cs typeface="Tahoma" panose="020B0604030504040204"/>
                <a:sym typeface="Tahoma" panose="020B0604030504040204"/>
              </a:defRPr>
            </a:lvl3pPr>
            <a:lvl4pPr marL="1828800" lvl="3" indent="-342900" algn="just">
              <a:lnSpc>
                <a:spcPct val="120000"/>
              </a:lnSpc>
              <a:spcBef>
                <a:spcPts val="600"/>
              </a:spcBef>
              <a:spcAft>
                <a:spcPts val="0"/>
              </a:spcAft>
              <a:buClr>
                <a:schemeClr val="dk1"/>
              </a:buClr>
              <a:buSzPts val="1800"/>
              <a:buChar char="–"/>
              <a:defRPr sz="1800">
                <a:latin typeface="Tahoma" panose="020B0604030504040204"/>
                <a:ea typeface="Tahoma" panose="020B0604030504040204"/>
                <a:cs typeface="Tahoma" panose="020B0604030504040204"/>
                <a:sym typeface="Tahoma" panose="020B0604030504040204"/>
              </a:defRPr>
            </a:lvl4pPr>
            <a:lvl5pPr marL="2286000" lvl="4" indent="-342900" algn="just">
              <a:lnSpc>
                <a:spcPct val="120000"/>
              </a:lnSpc>
              <a:spcBef>
                <a:spcPts val="600"/>
              </a:spcBef>
              <a:spcAft>
                <a:spcPts val="0"/>
              </a:spcAft>
              <a:buClr>
                <a:schemeClr val="dk1"/>
              </a:buClr>
              <a:buSzPts val="1800"/>
              <a:buChar char="»"/>
              <a:defRPr sz="1800">
                <a:latin typeface="Tahoma" panose="020B0604030504040204"/>
                <a:ea typeface="Tahoma" panose="020B0604030504040204"/>
                <a:cs typeface="Tahoma" panose="020B0604030504040204"/>
                <a:sym typeface="Tahoma" panose="020B0604030504040204"/>
              </a:defRPr>
            </a:lvl5pPr>
            <a:lvl6pPr marL="2743200" lvl="5" indent="-342900" algn="l">
              <a:spcBef>
                <a:spcPts val="60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grpSp>
        <p:nvGrpSpPr>
          <p:cNvPr id="18" name="Google Shape;18;p16"/>
          <p:cNvGrpSpPr/>
          <p:nvPr/>
        </p:nvGrpSpPr>
        <p:grpSpPr>
          <a:xfrm>
            <a:off x="152400" y="152400"/>
            <a:ext cx="8915400" cy="6522720"/>
            <a:chOff x="152400" y="152400"/>
            <a:chExt cx="8915400" cy="6522720"/>
          </a:xfrm>
        </p:grpSpPr>
        <p:cxnSp>
          <p:nvCxnSpPr>
            <p:cNvPr id="19" name="Google Shape;19;p16"/>
            <p:cNvCxnSpPr/>
            <p:nvPr/>
          </p:nvCxnSpPr>
          <p:spPr>
            <a:xfrm>
              <a:off x="6873240" y="304800"/>
              <a:ext cx="2194560" cy="1588"/>
            </a:xfrm>
            <a:prstGeom prst="straightConnector1">
              <a:avLst/>
            </a:prstGeom>
            <a:solidFill>
              <a:schemeClr val="accent1"/>
            </a:solidFill>
            <a:ln w="28575" cap="flat" cmpd="sng">
              <a:solidFill>
                <a:srgbClr val="006600"/>
              </a:solidFill>
              <a:prstDash val="solid"/>
              <a:round/>
              <a:headEnd type="none" w="sm" len="sm"/>
              <a:tailEnd type="none" w="sm" len="sm"/>
            </a:ln>
          </p:spPr>
        </p:cxnSp>
        <p:cxnSp>
          <p:nvCxnSpPr>
            <p:cNvPr id="20" name="Google Shape;20;p16"/>
            <p:cNvCxnSpPr/>
            <p:nvPr/>
          </p:nvCxnSpPr>
          <p:spPr>
            <a:xfrm rot="-5400000">
              <a:off x="8457406" y="608806"/>
              <a:ext cx="914400" cy="1588"/>
            </a:xfrm>
            <a:prstGeom prst="straightConnector1">
              <a:avLst/>
            </a:prstGeom>
            <a:solidFill>
              <a:schemeClr val="accent1"/>
            </a:solidFill>
            <a:ln w="28575" cap="flat" cmpd="sng">
              <a:solidFill>
                <a:srgbClr val="006600"/>
              </a:solidFill>
              <a:prstDash val="solid"/>
              <a:round/>
              <a:headEnd type="none" w="sm" len="sm"/>
              <a:tailEnd type="none" w="sm" len="sm"/>
            </a:ln>
          </p:spPr>
        </p:cxnSp>
        <p:cxnSp>
          <p:nvCxnSpPr>
            <p:cNvPr id="21" name="Google Shape;21;p16"/>
            <p:cNvCxnSpPr/>
            <p:nvPr/>
          </p:nvCxnSpPr>
          <p:spPr>
            <a:xfrm rot="-5400000">
              <a:off x="8381206" y="685006"/>
              <a:ext cx="914400" cy="1588"/>
            </a:xfrm>
            <a:prstGeom prst="straightConnector1">
              <a:avLst/>
            </a:prstGeom>
            <a:solidFill>
              <a:schemeClr val="accent1"/>
            </a:solidFill>
            <a:ln w="12700" cap="flat" cmpd="sng">
              <a:solidFill>
                <a:srgbClr val="006600"/>
              </a:solidFill>
              <a:prstDash val="solid"/>
              <a:round/>
              <a:headEnd type="none" w="sm" len="sm"/>
              <a:tailEnd type="none" w="sm" len="sm"/>
            </a:ln>
          </p:spPr>
        </p:cxnSp>
        <p:cxnSp>
          <p:nvCxnSpPr>
            <p:cNvPr id="22" name="Google Shape;22;p16"/>
            <p:cNvCxnSpPr/>
            <p:nvPr/>
          </p:nvCxnSpPr>
          <p:spPr>
            <a:xfrm>
              <a:off x="7010400" y="381000"/>
              <a:ext cx="2011680" cy="1588"/>
            </a:xfrm>
            <a:prstGeom prst="straightConnector1">
              <a:avLst/>
            </a:prstGeom>
            <a:solidFill>
              <a:schemeClr val="accent1"/>
            </a:solidFill>
            <a:ln w="12700" cap="flat" cmpd="sng">
              <a:solidFill>
                <a:srgbClr val="006600"/>
              </a:solidFill>
              <a:prstDash val="solid"/>
              <a:round/>
              <a:headEnd type="none" w="sm" len="sm"/>
              <a:tailEnd type="none" w="sm" len="sm"/>
            </a:ln>
          </p:spPr>
        </p:cxnSp>
        <p:cxnSp>
          <p:nvCxnSpPr>
            <p:cNvPr id="23" name="Google Shape;23;p16"/>
            <p:cNvCxnSpPr/>
            <p:nvPr/>
          </p:nvCxnSpPr>
          <p:spPr>
            <a:xfrm rot="5400000">
              <a:off x="-837406" y="5577046"/>
              <a:ext cx="2194560" cy="1588"/>
            </a:xfrm>
            <a:prstGeom prst="straightConnector1">
              <a:avLst/>
            </a:prstGeom>
            <a:solidFill>
              <a:schemeClr val="accent1"/>
            </a:solidFill>
            <a:ln w="28575" cap="flat" cmpd="sng">
              <a:solidFill>
                <a:srgbClr val="006600"/>
              </a:solidFill>
              <a:prstDash val="solid"/>
              <a:round/>
              <a:headEnd type="none" w="sm" len="sm"/>
              <a:tailEnd type="none" w="sm" len="sm"/>
            </a:ln>
          </p:spPr>
        </p:cxnSp>
        <p:cxnSp>
          <p:nvCxnSpPr>
            <p:cNvPr id="24" name="Google Shape;24;p16"/>
            <p:cNvCxnSpPr/>
            <p:nvPr/>
          </p:nvCxnSpPr>
          <p:spPr>
            <a:xfrm>
              <a:off x="152400" y="6553200"/>
              <a:ext cx="914400" cy="1588"/>
            </a:xfrm>
            <a:prstGeom prst="straightConnector1">
              <a:avLst/>
            </a:prstGeom>
            <a:solidFill>
              <a:schemeClr val="accent1"/>
            </a:solidFill>
            <a:ln w="28575" cap="flat" cmpd="sng">
              <a:solidFill>
                <a:srgbClr val="006600"/>
              </a:solidFill>
              <a:prstDash val="solid"/>
              <a:round/>
              <a:headEnd type="none" w="sm" len="sm"/>
              <a:tailEnd type="none" w="sm" len="sm"/>
            </a:ln>
          </p:spPr>
        </p:cxnSp>
        <p:cxnSp>
          <p:nvCxnSpPr>
            <p:cNvPr id="25" name="Google Shape;25;p16"/>
            <p:cNvCxnSpPr/>
            <p:nvPr/>
          </p:nvCxnSpPr>
          <p:spPr>
            <a:xfrm>
              <a:off x="188259" y="6477000"/>
              <a:ext cx="914400" cy="1588"/>
            </a:xfrm>
            <a:prstGeom prst="straightConnector1">
              <a:avLst/>
            </a:prstGeom>
            <a:solidFill>
              <a:schemeClr val="accent1"/>
            </a:solidFill>
            <a:ln w="12700" cap="flat" cmpd="sng">
              <a:solidFill>
                <a:srgbClr val="006600"/>
              </a:solidFill>
              <a:prstDash val="solid"/>
              <a:round/>
              <a:headEnd type="none" w="sm" len="sm"/>
              <a:tailEnd type="none" w="sm" len="sm"/>
            </a:ln>
          </p:spPr>
        </p:cxnSp>
        <p:cxnSp>
          <p:nvCxnSpPr>
            <p:cNvPr id="26" name="Google Shape;26;p16"/>
            <p:cNvCxnSpPr/>
            <p:nvPr/>
          </p:nvCxnSpPr>
          <p:spPr>
            <a:xfrm rot="5400000">
              <a:off x="-700246" y="5653246"/>
              <a:ext cx="2011680" cy="1588"/>
            </a:xfrm>
            <a:prstGeom prst="straightConnector1">
              <a:avLst/>
            </a:prstGeom>
            <a:solidFill>
              <a:schemeClr val="accent1"/>
            </a:solidFill>
            <a:ln w="12700" cap="flat" cmpd="sng">
              <a:solidFill>
                <a:srgbClr val="006600"/>
              </a:solidFill>
              <a:prstDash val="solid"/>
              <a:round/>
              <a:headEnd type="none" w="sm" len="sm"/>
              <a:tailEnd type="none" w="sm" len="sm"/>
            </a:ln>
          </p:spPr>
        </p:cxnSp>
      </p:grpSp>
      <p:sp>
        <p:nvSpPr>
          <p:cNvPr id="27" name="Google Shape;27;p16"/>
          <p:cNvSpPr txBox="1"/>
          <p:nvPr>
            <p:ph type="sldNum" idx="12"/>
          </p:nvPr>
        </p:nvSpPr>
        <p:spPr>
          <a:xfrm>
            <a:off x="4648200" y="6266141"/>
            <a:ext cx="20574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6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0" marR="0" lvl="1" indent="0" algn="l" rtl="0">
              <a:spcBef>
                <a:spcPts val="0"/>
              </a:spcBef>
              <a:buNone/>
              <a:defRPr sz="16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0" marR="0" lvl="2" indent="0" algn="l" rtl="0">
              <a:spcBef>
                <a:spcPts val="0"/>
              </a:spcBef>
              <a:buNone/>
              <a:defRPr sz="16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0" marR="0" lvl="3" indent="0" algn="l" rtl="0">
              <a:spcBef>
                <a:spcPts val="0"/>
              </a:spcBef>
              <a:buNone/>
              <a:defRPr sz="16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0" marR="0" lvl="4" indent="0" algn="l" rtl="0">
              <a:spcBef>
                <a:spcPts val="0"/>
              </a:spcBef>
              <a:buNone/>
              <a:defRPr sz="16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0" marR="0" lvl="5" indent="0" algn="l" rtl="0">
              <a:spcBef>
                <a:spcPts val="0"/>
              </a:spcBef>
              <a:buNone/>
              <a:defRPr sz="16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0" marR="0" lvl="6" indent="0" algn="l" rtl="0">
              <a:spcBef>
                <a:spcPts val="0"/>
              </a:spcBef>
              <a:buNone/>
              <a:defRPr sz="16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0" marR="0" lvl="7" indent="0" algn="l" rtl="0">
              <a:spcBef>
                <a:spcPts val="0"/>
              </a:spcBef>
              <a:buNone/>
              <a:defRPr sz="16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0" marR="0" lvl="8" indent="0" algn="l" rtl="0">
              <a:spcBef>
                <a:spcPts val="0"/>
              </a:spcBef>
              <a:buNone/>
              <a:defRPr sz="1600" b="1"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pPr marL="0" lvl="0" indent="0" algn="l" rtl="0">
              <a:spcBef>
                <a:spcPts val="0"/>
              </a:spcBef>
              <a:spcAft>
                <a:spcPts val="0"/>
              </a:spcAft>
              <a:buNone/>
            </a:pPr>
            <a:fld id="{00000000-1234-1234-1234-123412341234}" type="slidenum">
              <a:rPr lang="en-US"/>
            </a:fld>
            <a:endParaRPr lang="en-US"/>
          </a:p>
        </p:txBody>
      </p:sp>
      <p:pic>
        <p:nvPicPr>
          <p:cNvPr id="28" name="Google Shape;28;p16"/>
          <p:cNvPicPr preferRelativeResize="0"/>
          <p:nvPr/>
        </p:nvPicPr>
        <p:blipFill rotWithShape="1">
          <a:blip r:embed="rId2"/>
          <a:srcRect/>
          <a:stretch>
            <a:fillRect/>
          </a:stretch>
        </p:blipFill>
        <p:spPr>
          <a:xfrm>
            <a:off x="7343453" y="5945103"/>
            <a:ext cx="1345573" cy="737877"/>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9" name="Shape 9"/>
        <p:cNvGrpSpPr/>
        <p:nvPr/>
      </p:nvGrpSpPr>
      <p:grpSpPr>
        <a:xfrm>
          <a:off x="0" y="0"/>
          <a:ext cx="0" cy="0"/>
          <a:chOff x="0" y="0"/>
          <a:chExt cx="0" cy="0"/>
        </a:xfrm>
      </p:grpSpPr>
      <p:sp>
        <p:nvSpPr>
          <p:cNvPr id="10" name="Google Shape;10;p14"/>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rgbClr val="007434"/>
              </a:buClr>
              <a:buSzPts val="2600"/>
              <a:buFont typeface="Tahoma" panose="020B0604030504040204"/>
              <a:buNone/>
              <a:defRPr sz="2600" b="1" i="0" u="none" strike="noStrike" cap="none">
                <a:solidFill>
                  <a:srgbClr val="007434"/>
                </a:solidFill>
                <a:latin typeface="Tahoma" panose="020B0604030504040204"/>
                <a:ea typeface="Tahoma" panose="020B0604030504040204"/>
                <a:cs typeface="Tahoma" panose="020B0604030504040204"/>
                <a:sym typeface="Tahoma" panose="020B060403050404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4"/>
          <p:cNvSpPr txBox="1"/>
          <p:nvPr>
            <p:ph type="body" idx="1"/>
          </p:nvPr>
        </p:nvSpPr>
        <p:spPr>
          <a:xfrm>
            <a:off x="457200" y="1600202"/>
            <a:ext cx="8229600" cy="4525963"/>
          </a:xfrm>
          <a:prstGeom prst="rect">
            <a:avLst/>
          </a:prstGeom>
          <a:noFill/>
          <a:ln>
            <a:noFill/>
          </a:ln>
        </p:spPr>
        <p:txBody>
          <a:bodyPr spcFirstLastPara="1" wrap="square" lIns="91425" tIns="45700" rIns="91425" bIns="45700" anchor="t" anchorCtr="0">
            <a:normAutofit/>
          </a:bodyPr>
          <a:lstStyle>
            <a:lvl1pPr marL="457200" marR="0" lvl="0" indent="-342900" algn="l" rtl="0">
              <a:spcBef>
                <a:spcPts val="360"/>
              </a:spcBef>
              <a:spcAft>
                <a:spcPts val="0"/>
              </a:spcAft>
              <a:buClr>
                <a:schemeClr val="dk1"/>
              </a:buClr>
              <a:buSzPts val="1800"/>
              <a:buFont typeface="Arial" panose="020B0604020202020204"/>
              <a:buChar char="•"/>
              <a:defRPr sz="1800" b="0" i="0" u="none" strike="noStrike" cap="none">
                <a:solidFill>
                  <a:schemeClr val="dk1"/>
                </a:solidFill>
                <a:latin typeface="Tahoma" panose="020B0604030504040204"/>
                <a:ea typeface="Tahoma" panose="020B0604030504040204"/>
                <a:cs typeface="Tahoma" panose="020B0604030504040204"/>
                <a:sym typeface="Tahoma" panose="020B0604030504040204"/>
              </a:defRPr>
            </a:lvl1pPr>
            <a:lvl2pPr marL="914400" marR="0" lvl="1" indent="-342900" algn="l" rtl="0">
              <a:spcBef>
                <a:spcPts val="360"/>
              </a:spcBef>
              <a:spcAft>
                <a:spcPts val="0"/>
              </a:spcAft>
              <a:buClr>
                <a:schemeClr val="dk1"/>
              </a:buClr>
              <a:buSzPts val="1800"/>
              <a:buFont typeface="Arial" panose="020B0604020202020204"/>
              <a:buChar char="–"/>
              <a:defRPr sz="1800" b="0" i="0" u="none" strike="noStrike" cap="none">
                <a:solidFill>
                  <a:schemeClr val="dk1"/>
                </a:solidFill>
                <a:latin typeface="Tahoma" panose="020B0604030504040204"/>
                <a:ea typeface="Tahoma" panose="020B0604030504040204"/>
                <a:cs typeface="Tahoma" panose="020B0604030504040204"/>
                <a:sym typeface="Tahoma" panose="020B0604030504040204"/>
              </a:defRPr>
            </a:lvl2pPr>
            <a:lvl3pPr marL="1371600" marR="0" lvl="2" indent="-342900" algn="l" rtl="0">
              <a:spcBef>
                <a:spcPts val="360"/>
              </a:spcBef>
              <a:spcAft>
                <a:spcPts val="0"/>
              </a:spcAft>
              <a:buClr>
                <a:schemeClr val="dk1"/>
              </a:buClr>
              <a:buSzPts val="1800"/>
              <a:buFont typeface="Arial" panose="020B0604020202020204"/>
              <a:buChar char="•"/>
              <a:defRPr sz="1800" b="0" i="0" u="none" strike="noStrike" cap="none">
                <a:solidFill>
                  <a:schemeClr val="dk1"/>
                </a:solidFill>
                <a:latin typeface="Tahoma" panose="020B0604030504040204"/>
                <a:ea typeface="Tahoma" panose="020B0604030504040204"/>
                <a:cs typeface="Tahoma" panose="020B0604030504040204"/>
                <a:sym typeface="Tahoma" panose="020B0604030504040204"/>
              </a:defRPr>
            </a:lvl3pPr>
            <a:lvl4pPr marL="1828800" marR="0" lvl="3" indent="-342900" algn="l" rtl="0">
              <a:spcBef>
                <a:spcPts val="360"/>
              </a:spcBef>
              <a:spcAft>
                <a:spcPts val="0"/>
              </a:spcAft>
              <a:buClr>
                <a:schemeClr val="dk1"/>
              </a:buClr>
              <a:buSzPts val="1800"/>
              <a:buFont typeface="Arial" panose="020B0604020202020204"/>
              <a:buChar char="–"/>
              <a:defRPr sz="1800" b="0" i="0" u="none" strike="noStrike" cap="none">
                <a:solidFill>
                  <a:schemeClr val="dk1"/>
                </a:solidFill>
                <a:latin typeface="Tahoma" panose="020B0604030504040204"/>
                <a:ea typeface="Tahoma" panose="020B0604030504040204"/>
                <a:cs typeface="Tahoma" panose="020B0604030504040204"/>
                <a:sym typeface="Tahoma" panose="020B0604030504040204"/>
              </a:defRPr>
            </a:lvl4pPr>
            <a:lvl5pPr marL="2286000" marR="0" lvl="4" indent="-342900" algn="l" rtl="0">
              <a:spcBef>
                <a:spcPts val="360"/>
              </a:spcBef>
              <a:spcAft>
                <a:spcPts val="0"/>
              </a:spcAft>
              <a:buClr>
                <a:schemeClr val="dk1"/>
              </a:buClr>
              <a:buSzPts val="1800"/>
              <a:buFont typeface="Arial" panose="020B0604020202020204"/>
              <a:buChar char="»"/>
              <a:defRPr sz="1800" b="0" i="0" u="none" strike="noStrike" cap="none">
                <a:solidFill>
                  <a:schemeClr val="dk1"/>
                </a:solidFill>
                <a:latin typeface="Tahoma" panose="020B0604030504040204"/>
                <a:ea typeface="Tahoma" panose="020B0604030504040204"/>
                <a:cs typeface="Tahoma" panose="020B0604030504040204"/>
                <a:sym typeface="Tahoma" panose="020B060403050404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32" name="Shape 32"/>
        <p:cNvGrpSpPr/>
        <p:nvPr/>
      </p:nvGrpSpPr>
      <p:grpSpPr>
        <a:xfrm>
          <a:off x="0" y="0"/>
          <a:ext cx="0" cy="0"/>
          <a:chOff x="0" y="0"/>
          <a:chExt cx="0" cy="0"/>
        </a:xfrm>
      </p:grpSpPr>
      <p:sp>
        <p:nvSpPr>
          <p:cNvPr id="33" name="Google Shape;33;p1"/>
          <p:cNvSpPr/>
          <p:nvPr/>
        </p:nvSpPr>
        <p:spPr>
          <a:xfrm>
            <a:off x="1341312" y="5029538"/>
            <a:ext cx="6461376" cy="1599862"/>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2000" b="1" i="0" u="none" strike="noStrike" cap="none">
                <a:solidFill>
                  <a:srgbClr val="006600"/>
                </a:solidFill>
                <a:latin typeface="Federo"/>
                <a:ea typeface="Federo"/>
                <a:cs typeface="Federo"/>
                <a:sym typeface="Federo"/>
              </a:rPr>
              <a:t>Department of Computer Science and Engineering</a:t>
            </a:r>
            <a:endParaRPr sz="2000" b="1" i="0" u="none" strike="noStrike" cap="none">
              <a:solidFill>
                <a:srgbClr val="006600"/>
              </a:solidFill>
              <a:latin typeface="Federo"/>
              <a:ea typeface="Federo"/>
              <a:cs typeface="Federo"/>
              <a:sym typeface="Federo"/>
            </a:endParaRPr>
          </a:p>
          <a:p>
            <a:pPr marL="0" marR="0" lvl="0" indent="0" algn="ctr" rtl="0">
              <a:spcBef>
                <a:spcPts val="0"/>
              </a:spcBef>
              <a:spcAft>
                <a:spcPts val="0"/>
              </a:spcAft>
              <a:buNone/>
            </a:pPr>
            <a:r>
              <a:rPr lang="en-US" sz="2000" b="1" i="0" u="none" strike="noStrike" cap="none">
                <a:solidFill>
                  <a:srgbClr val="006600"/>
                </a:solidFill>
                <a:latin typeface="Federo"/>
                <a:ea typeface="Federo"/>
                <a:cs typeface="Federo"/>
                <a:sym typeface="Federo"/>
              </a:rPr>
              <a:t>School of Computing</a:t>
            </a:r>
            <a:endParaRPr sz="2000" b="1" i="0" u="none" strike="noStrike" cap="none">
              <a:solidFill>
                <a:srgbClr val="006600"/>
              </a:solidFill>
              <a:latin typeface="Federo"/>
              <a:ea typeface="Federo"/>
              <a:cs typeface="Federo"/>
              <a:sym typeface="Federo"/>
            </a:endParaRPr>
          </a:p>
          <a:p>
            <a:pPr marL="0" marR="0" lvl="0" indent="0" algn="ctr" rtl="0">
              <a:lnSpc>
                <a:spcPct val="115000"/>
              </a:lnSpc>
              <a:spcBef>
                <a:spcPts val="0"/>
              </a:spcBef>
              <a:spcAft>
                <a:spcPts val="0"/>
              </a:spcAft>
              <a:buNone/>
            </a:pPr>
            <a:r>
              <a:rPr lang="en-US" sz="2200" b="1" i="0" u="none" strike="noStrike" cap="none">
                <a:solidFill>
                  <a:srgbClr val="C00000"/>
                </a:solidFill>
                <a:latin typeface="Bitter Black"/>
                <a:ea typeface="Bitter Black"/>
                <a:cs typeface="Bitter Black"/>
                <a:sym typeface="Bitter Black"/>
              </a:rPr>
              <a:t>Mohan Babu University</a:t>
            </a:r>
            <a:endParaRPr sz="2200" b="1" i="0" u="none" strike="noStrike" cap="none">
              <a:solidFill>
                <a:srgbClr val="C00000"/>
              </a:solidFill>
              <a:latin typeface="Bitter Black"/>
              <a:ea typeface="Bitter Black"/>
              <a:cs typeface="Bitter Black"/>
              <a:sym typeface="Bitter Black"/>
            </a:endParaRPr>
          </a:p>
          <a:p>
            <a:pPr marL="0" marR="0" lvl="0" indent="0" algn="ctr" rtl="0">
              <a:lnSpc>
                <a:spcPct val="115000"/>
              </a:lnSpc>
              <a:spcBef>
                <a:spcPts val="0"/>
              </a:spcBef>
              <a:spcAft>
                <a:spcPts val="0"/>
              </a:spcAft>
              <a:buNone/>
            </a:pPr>
            <a:r>
              <a:rPr lang="en-US" sz="1400" b="0" i="0" u="none" strike="noStrike" cap="none">
                <a:solidFill>
                  <a:srgbClr val="006600"/>
                </a:solidFill>
                <a:latin typeface="Verdana" panose="020B0604030504040204"/>
                <a:ea typeface="Verdana" panose="020B0604030504040204"/>
                <a:cs typeface="Verdana" panose="020B0604030504040204"/>
                <a:sym typeface="Verdana" panose="020B0604030504040204"/>
              </a:rPr>
              <a:t>Sree Sainath Nagar, A. Rangampet, Tirupati – 517 102 </a:t>
            </a:r>
            <a:endParaRPr sz="1400" b="0" i="0" u="none" strike="noStrike" cap="none">
              <a:solidFill>
                <a:srgbClr val="006600"/>
              </a:solidFill>
              <a:latin typeface="Verdana" panose="020B0604030504040204"/>
              <a:ea typeface="Verdana" panose="020B0604030504040204"/>
              <a:cs typeface="Verdana" panose="020B0604030504040204"/>
              <a:sym typeface="Verdana" panose="020B0604030504040204"/>
            </a:endParaRPr>
          </a:p>
          <a:p>
            <a:pPr marL="0" marR="0" lvl="0" indent="0" algn="ctr" rtl="0">
              <a:lnSpc>
                <a:spcPct val="115000"/>
              </a:lnSpc>
              <a:spcBef>
                <a:spcPts val="0"/>
              </a:spcBef>
              <a:spcAft>
                <a:spcPts val="0"/>
              </a:spcAft>
              <a:buNone/>
            </a:pPr>
            <a:r>
              <a:rPr lang="en-US" sz="1600" b="1" i="0" u="none" strike="noStrike" cap="none">
                <a:solidFill>
                  <a:srgbClr val="0000CC"/>
                </a:solidFill>
                <a:latin typeface="Verdana" panose="020B0604030504040204"/>
                <a:ea typeface="Verdana" panose="020B0604030504040204"/>
                <a:cs typeface="Verdana" panose="020B0604030504040204"/>
                <a:sym typeface="Verdana" panose="020B0604030504040204"/>
              </a:rPr>
              <a:t>2026-2027</a:t>
            </a:r>
            <a:endParaRPr sz="3200" b="1" i="0" u="none" strike="noStrike" cap="none">
              <a:solidFill>
                <a:srgbClr val="0000CC"/>
              </a:solidFill>
              <a:latin typeface="Tahoma" panose="020B0604030504040204"/>
              <a:ea typeface="Tahoma" panose="020B0604030504040204"/>
              <a:cs typeface="Tahoma" panose="020B0604030504040204"/>
              <a:sym typeface="Tahoma" panose="020B0604030504040204"/>
            </a:endParaRPr>
          </a:p>
        </p:txBody>
      </p:sp>
      <p:sp>
        <p:nvSpPr>
          <p:cNvPr id="34" name="Google Shape;34;p1"/>
          <p:cNvSpPr txBox="1"/>
          <p:nvPr>
            <p:ph type="ctrTitle"/>
          </p:nvPr>
        </p:nvSpPr>
        <p:spPr>
          <a:xfrm>
            <a:off x="381000" y="276197"/>
            <a:ext cx="8153400" cy="984622"/>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00CC"/>
              </a:buClr>
              <a:buSzPts val="2400"/>
              <a:buFont typeface="Comic Sans MS" panose="030F0702030302020204"/>
              <a:buNone/>
            </a:pPr>
            <a:r>
              <a:rPr lang="en-US" sz="2400">
                <a:solidFill>
                  <a:srgbClr val="0000CC"/>
                </a:solidFill>
                <a:latin typeface="Comic Sans MS" panose="030F0702030302020204"/>
                <a:ea typeface="Comic Sans MS" panose="030F0702030302020204"/>
                <a:cs typeface="Comic Sans MS" panose="030F0702030302020204"/>
                <a:sym typeface="Comic Sans MS" panose="030F0702030302020204"/>
              </a:rPr>
              <a:t>CODTECH Data Science Internship</a:t>
            </a:r>
            <a:endParaRPr sz="2400" b="1">
              <a:solidFill>
                <a:srgbClr val="FF0066"/>
              </a:solidFill>
              <a:latin typeface="Twentieth Century"/>
              <a:ea typeface="Twentieth Century"/>
              <a:cs typeface="Twentieth Century"/>
              <a:sym typeface="Twentieth Century"/>
            </a:endParaRPr>
          </a:p>
          <a:p>
            <a:pPr marL="0" lvl="0" indent="0" algn="ctr" rtl="0">
              <a:spcBef>
                <a:spcPts val="0"/>
              </a:spcBef>
              <a:spcAft>
                <a:spcPts val="0"/>
              </a:spcAft>
              <a:buClr>
                <a:srgbClr val="0000CC"/>
              </a:buClr>
              <a:buSzPts val="2400"/>
              <a:buFont typeface="Comic Sans MS" panose="030F0702030302020204"/>
              <a:buNone/>
            </a:pPr>
            <a:r>
              <a:rPr lang="en-US" sz="1800">
                <a:solidFill>
                  <a:srgbClr val="0000CC"/>
                </a:solidFill>
                <a:latin typeface="Comic Sans MS" panose="030F0702030302020204"/>
                <a:ea typeface="Comic Sans MS" panose="030F0702030302020204"/>
                <a:cs typeface="Comic Sans MS" panose="030F0702030302020204"/>
                <a:sym typeface="Comic Sans MS" panose="030F0702030302020204"/>
              </a:rPr>
              <a:t>RAG-Based AI Teaching Assistant</a:t>
            </a:r>
            <a:endParaRPr sz="1800" b="1">
              <a:solidFill>
                <a:srgbClr val="FF0066"/>
              </a:solidFill>
              <a:latin typeface="Twentieth Century"/>
              <a:ea typeface="Twentieth Century"/>
              <a:cs typeface="Twentieth Century"/>
              <a:sym typeface="Twentieth Century"/>
            </a:endParaRPr>
          </a:p>
        </p:txBody>
      </p:sp>
      <p:sp>
        <p:nvSpPr>
          <p:cNvPr id="35" name="Google Shape;35;p1"/>
          <p:cNvSpPr txBox="1"/>
          <p:nvPr/>
        </p:nvSpPr>
        <p:spPr>
          <a:xfrm>
            <a:off x="0" y="1178560"/>
            <a:ext cx="9144000" cy="2250440"/>
          </a:xfrm>
          <a:prstGeom prst="rect">
            <a:avLst/>
          </a:prstGeom>
          <a:noFill/>
          <a:ln>
            <a:noFill/>
          </a:ln>
        </p:spPr>
        <p:txBody>
          <a:bodyPr spcFirstLastPara="1" wrap="square" lIns="91425" tIns="45700" rIns="91425" bIns="45700" anchor="t" anchorCtr="0">
            <a:noAutofit/>
          </a:bodyPr>
          <a:lstStyle/>
          <a:p>
            <a:pPr marL="0" marR="0" lvl="0" indent="0" algn="l" rtl="0">
              <a:lnSpc>
                <a:spcPct val="120000"/>
              </a:lnSpc>
              <a:spcBef>
                <a:spcPts val="0"/>
              </a:spcBef>
              <a:spcAft>
                <a:spcPts val="0"/>
              </a:spcAft>
              <a:buClr>
                <a:schemeClr val="dk1"/>
              </a:buClr>
              <a:buSzPts val="2000"/>
              <a:buFont typeface="Twentieth Century"/>
              <a:buNone/>
            </a:pPr>
            <a:r>
              <a:rPr lang="en-US" sz="2000" b="1" i="0" u="none" strike="noStrike" cap="none">
                <a:solidFill>
                  <a:schemeClr val="dk1"/>
                </a:solidFill>
                <a:latin typeface="Twentieth Century"/>
                <a:ea typeface="Twentieth Century"/>
                <a:cs typeface="Twentieth Century"/>
                <a:sym typeface="Twentieth Century"/>
              </a:rPr>
              <a:t>                 VIJAYANAGARAM PAVAN KALYAN        23102A041144</a:t>
            </a:r>
            <a:endParaRPr sz="2000" b="1" i="0" u="none" strike="noStrike" cap="none">
              <a:solidFill>
                <a:schemeClr val="dk1"/>
              </a:solidFill>
              <a:latin typeface="Twentieth Century"/>
              <a:ea typeface="Twentieth Century"/>
              <a:cs typeface="Twentieth Century"/>
              <a:sym typeface="Twentieth Century"/>
            </a:endParaRPr>
          </a:p>
        </p:txBody>
      </p:sp>
      <p:sp>
        <p:nvSpPr>
          <p:cNvPr id="36" name="Google Shape;36;p1"/>
          <p:cNvSpPr txBox="1"/>
          <p:nvPr/>
        </p:nvSpPr>
        <p:spPr>
          <a:xfrm>
            <a:off x="1981200" y="2362200"/>
            <a:ext cx="5181600" cy="110680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200" b="0" i="0" u="none" strike="noStrike" cap="none">
                <a:solidFill>
                  <a:schemeClr val="dk1"/>
                </a:solidFill>
                <a:latin typeface="Twentieth Century"/>
                <a:ea typeface="Twentieth Century"/>
                <a:cs typeface="Twentieth Century"/>
                <a:sym typeface="Twentieth Century"/>
              </a:rPr>
              <a:t>Under the Guidance of</a:t>
            </a:r>
            <a:endParaRPr sz="2200" b="0" i="0" u="none" strike="noStrike" cap="none">
              <a:solidFill>
                <a:schemeClr val="dk1"/>
              </a:solidFill>
              <a:latin typeface="Twentieth Century"/>
              <a:ea typeface="Twentieth Century"/>
              <a:cs typeface="Twentieth Century"/>
              <a:sym typeface="Twentieth Century"/>
            </a:endParaRPr>
          </a:p>
          <a:p>
            <a:pPr marL="0" marR="0" lvl="0" indent="0" algn="ctr" rtl="0">
              <a:spcBef>
                <a:spcPts val="0"/>
              </a:spcBef>
              <a:spcAft>
                <a:spcPts val="0"/>
              </a:spcAft>
              <a:buNone/>
            </a:pPr>
            <a:r>
              <a:rPr lang="en-US" sz="2200" b="1" i="0" u="none" strike="noStrike" cap="none">
                <a:solidFill>
                  <a:schemeClr val="dk1"/>
                </a:solidFill>
                <a:latin typeface="Twentieth Century"/>
                <a:ea typeface="Twentieth Century"/>
                <a:cs typeface="Twentieth Century"/>
                <a:sym typeface="Twentieth Century"/>
              </a:rPr>
              <a:t>Ms. I. Sravani</a:t>
            </a:r>
            <a:endParaRPr sz="2200" b="0" i="0" u="none" strike="noStrike" cap="none">
              <a:solidFill>
                <a:schemeClr val="dk1"/>
              </a:solidFill>
              <a:highlight>
                <a:srgbClr val="FFFF00"/>
              </a:highlight>
              <a:latin typeface="Twentieth Century"/>
              <a:ea typeface="Twentieth Century"/>
              <a:cs typeface="Twentieth Century"/>
              <a:sym typeface="Twentieth Century"/>
            </a:endParaRPr>
          </a:p>
          <a:p>
            <a:pPr marL="0" marR="0" lvl="0" indent="0" algn="ctr" rtl="0">
              <a:spcBef>
                <a:spcPts val="0"/>
              </a:spcBef>
              <a:spcAft>
                <a:spcPts val="0"/>
              </a:spcAft>
              <a:buNone/>
            </a:pPr>
            <a:r>
              <a:rPr lang="en-US" sz="2200" b="0" i="0" u="none" strike="noStrike" cap="none">
                <a:solidFill>
                  <a:schemeClr val="dk1"/>
                </a:solidFill>
                <a:latin typeface="Twentieth Century"/>
                <a:ea typeface="Twentieth Century"/>
                <a:cs typeface="Twentieth Century"/>
                <a:sym typeface="Twentieth Century"/>
              </a:rPr>
              <a:t>Assistant Professor, CSE</a:t>
            </a:r>
            <a:endParaRPr sz="2200" b="0" i="0" u="none" strike="noStrike" cap="none">
              <a:solidFill>
                <a:schemeClr val="dk1"/>
              </a:solidFill>
              <a:latin typeface="Twentieth Century"/>
              <a:ea typeface="Twentieth Century"/>
              <a:cs typeface="Twentieth Century"/>
              <a:sym typeface="Twentieth Century"/>
            </a:endParaRPr>
          </a:p>
        </p:txBody>
      </p:sp>
      <p:pic>
        <p:nvPicPr>
          <p:cNvPr id="37" name="Google Shape;37;p1"/>
          <p:cNvPicPr preferRelativeResize="0"/>
          <p:nvPr/>
        </p:nvPicPr>
        <p:blipFill rotWithShape="1">
          <a:blip r:embed="rId1"/>
          <a:srcRect/>
          <a:stretch>
            <a:fillRect/>
          </a:stretch>
        </p:blipFill>
        <p:spPr>
          <a:xfrm>
            <a:off x="3800793" y="4030980"/>
            <a:ext cx="1542415" cy="84582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41" name="Shape 41"/>
        <p:cNvGrpSpPr/>
        <p:nvPr/>
      </p:nvGrpSpPr>
      <p:grpSpPr>
        <a:xfrm>
          <a:off x="0" y="0"/>
          <a:ext cx="0" cy="0"/>
          <a:chOff x="0" y="0"/>
          <a:chExt cx="0" cy="0"/>
        </a:xfrm>
      </p:grpSpPr>
      <p:sp>
        <p:nvSpPr>
          <p:cNvPr id="42" name="Google Shape;42;p2"/>
          <p:cNvSpPr txBox="1"/>
          <p:nvPr>
            <p:ph type="title"/>
          </p:nvPr>
        </p:nvSpPr>
        <p:spPr>
          <a:xfrm>
            <a:off x="457200" y="274640"/>
            <a:ext cx="8229600" cy="68048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B050"/>
              </a:buClr>
              <a:buSzPts val="2600"/>
              <a:buFont typeface="Tahoma" panose="020B0604030504040204"/>
              <a:buNone/>
            </a:pPr>
            <a:r>
              <a:rPr lang="en-US"/>
              <a:t>Table of Contents</a:t>
            </a:r>
            <a:endParaRPr lang="en-US"/>
          </a:p>
        </p:txBody>
      </p:sp>
      <p:sp>
        <p:nvSpPr>
          <p:cNvPr id="43" name="Google Shape;43;p2"/>
          <p:cNvSpPr txBox="1"/>
          <p:nvPr>
            <p:ph type="body" idx="1"/>
          </p:nvPr>
        </p:nvSpPr>
        <p:spPr>
          <a:xfrm>
            <a:off x="457200" y="1143002"/>
            <a:ext cx="8229600" cy="4983163"/>
          </a:xfrm>
          <a:prstGeom prst="rect">
            <a:avLst/>
          </a:prstGeom>
          <a:noFill/>
          <a:ln>
            <a:noFill/>
          </a:ln>
        </p:spPr>
        <p:txBody>
          <a:bodyPr spcFirstLastPara="1" wrap="square" lIns="91425" tIns="45700" rIns="91425" bIns="45700" anchor="t" anchorCtr="0">
            <a:normAutofit/>
          </a:bodyPr>
          <a:lstStyle/>
          <a:p>
            <a:pPr marL="342900" lvl="0" indent="-342900" algn="just" rtl="0">
              <a:lnSpc>
                <a:spcPct val="120000"/>
              </a:lnSpc>
              <a:spcBef>
                <a:spcPts val="0"/>
              </a:spcBef>
              <a:spcAft>
                <a:spcPts val="0"/>
              </a:spcAft>
              <a:buClr>
                <a:schemeClr val="dk1"/>
              </a:buClr>
              <a:buSzPts val="1800"/>
              <a:buFont typeface="Calibri" panose="020F0502020204030204"/>
              <a:buAutoNum type="arabicParenR"/>
            </a:pPr>
            <a:r>
              <a:rPr lang="en-US"/>
              <a:t>Internship Completion Certificate</a:t>
            </a:r>
            <a:endParaRPr lang="en-US"/>
          </a:p>
          <a:p>
            <a:pPr marL="342900" lvl="0" indent="-342900" algn="just" rtl="0">
              <a:lnSpc>
                <a:spcPct val="120000"/>
              </a:lnSpc>
              <a:spcBef>
                <a:spcPts val="600"/>
              </a:spcBef>
              <a:spcAft>
                <a:spcPts val="0"/>
              </a:spcAft>
              <a:buClr>
                <a:schemeClr val="dk1"/>
              </a:buClr>
              <a:buSzPts val="1800"/>
              <a:buFont typeface="Calibri" panose="020F0502020204030204"/>
              <a:buAutoNum type="arabicParenR"/>
            </a:pPr>
            <a:r>
              <a:rPr lang="en-US"/>
              <a:t>Abstract</a:t>
            </a:r>
            <a:endParaRPr lang="en-US"/>
          </a:p>
          <a:p>
            <a:pPr marL="342900" lvl="0" indent="-342900" algn="just" rtl="0">
              <a:lnSpc>
                <a:spcPct val="120000"/>
              </a:lnSpc>
              <a:spcBef>
                <a:spcPts val="600"/>
              </a:spcBef>
              <a:spcAft>
                <a:spcPts val="0"/>
              </a:spcAft>
              <a:buClr>
                <a:schemeClr val="dk1"/>
              </a:buClr>
              <a:buSzPts val="1800"/>
              <a:buFont typeface="Calibri" panose="020F0502020204030204"/>
              <a:buAutoNum type="arabicParenR"/>
            </a:pPr>
            <a:r>
              <a:rPr lang="en-US"/>
              <a:t>Introduction</a:t>
            </a:r>
            <a:endParaRPr lang="en-US"/>
          </a:p>
          <a:p>
            <a:pPr marL="0" lvl="0" indent="0" algn="just" rtl="0">
              <a:lnSpc>
                <a:spcPct val="120000"/>
              </a:lnSpc>
              <a:spcBef>
                <a:spcPts val="600"/>
              </a:spcBef>
              <a:spcAft>
                <a:spcPts val="0"/>
              </a:spcAft>
              <a:buClr>
                <a:schemeClr val="dk1"/>
              </a:buClr>
              <a:buSzPts val="1800"/>
              <a:buNone/>
            </a:pPr>
            <a:r>
              <a:rPr lang="en-US"/>
              <a:t>	1.1     Description of the Company</a:t>
            </a:r>
            <a:endParaRPr lang="en-US"/>
          </a:p>
          <a:p>
            <a:pPr marL="0" lvl="0" indent="0" algn="just" rtl="0">
              <a:lnSpc>
                <a:spcPct val="120000"/>
              </a:lnSpc>
              <a:spcBef>
                <a:spcPts val="600"/>
              </a:spcBef>
              <a:spcAft>
                <a:spcPts val="0"/>
              </a:spcAft>
              <a:buClr>
                <a:schemeClr val="dk1"/>
              </a:buClr>
              <a:buSzPts val="1800"/>
              <a:buNone/>
            </a:pPr>
            <a:r>
              <a:rPr lang="en-US"/>
              <a:t>	1.2     Overview of the Project</a:t>
            </a:r>
            <a:endParaRPr lang="en-US"/>
          </a:p>
          <a:p>
            <a:pPr marL="0" lvl="0" indent="0" algn="just" rtl="0">
              <a:lnSpc>
                <a:spcPct val="120000"/>
              </a:lnSpc>
              <a:spcBef>
                <a:spcPts val="600"/>
              </a:spcBef>
              <a:spcAft>
                <a:spcPts val="0"/>
              </a:spcAft>
              <a:buClr>
                <a:schemeClr val="dk1"/>
              </a:buClr>
              <a:buSzPts val="1800"/>
              <a:buNone/>
            </a:pPr>
            <a:r>
              <a:rPr lang="en-US"/>
              <a:t>	1.3     Technology Stack</a:t>
            </a:r>
            <a:endParaRPr lang="en-US"/>
          </a:p>
          <a:p>
            <a:pPr marL="342900" lvl="0" indent="-342900" algn="just" rtl="0">
              <a:lnSpc>
                <a:spcPct val="120000"/>
              </a:lnSpc>
              <a:spcBef>
                <a:spcPts val="600"/>
              </a:spcBef>
              <a:spcAft>
                <a:spcPts val="0"/>
              </a:spcAft>
              <a:buClr>
                <a:schemeClr val="dk1"/>
              </a:buClr>
              <a:buSzPts val="1800"/>
              <a:buAutoNum type="arabicParenR" startAt="4"/>
            </a:pPr>
            <a:r>
              <a:rPr lang="en-US"/>
              <a:t>Summary of Experience</a:t>
            </a:r>
            <a:endParaRPr lang="en-US"/>
          </a:p>
          <a:p>
            <a:pPr marL="342900" lvl="0" indent="-342900" algn="just" rtl="0">
              <a:lnSpc>
                <a:spcPct val="120000"/>
              </a:lnSpc>
              <a:spcBef>
                <a:spcPts val="600"/>
              </a:spcBef>
              <a:spcAft>
                <a:spcPts val="0"/>
              </a:spcAft>
              <a:buClr>
                <a:schemeClr val="dk1"/>
              </a:buClr>
              <a:buSzPts val="1800"/>
              <a:buAutoNum type="arabicParenR" startAt="4"/>
            </a:pPr>
            <a:r>
              <a:rPr lang="en-US"/>
              <a:t>Reflection on Learning</a:t>
            </a:r>
            <a:endParaRPr lang="en-US"/>
          </a:p>
          <a:p>
            <a:pPr marL="342900" lvl="0" indent="-342900" algn="just" rtl="0">
              <a:lnSpc>
                <a:spcPct val="120000"/>
              </a:lnSpc>
              <a:spcBef>
                <a:spcPts val="600"/>
              </a:spcBef>
              <a:spcAft>
                <a:spcPts val="0"/>
              </a:spcAft>
              <a:buClr>
                <a:schemeClr val="dk1"/>
              </a:buClr>
              <a:buSzPts val="1800"/>
              <a:buAutoNum type="arabicParenR" startAt="4"/>
            </a:pPr>
            <a:r>
              <a:rPr lang="en-US"/>
              <a:t>Conclusion</a:t>
            </a:r>
            <a:endParaRPr lang="en-US"/>
          </a:p>
        </p:txBody>
      </p:sp>
      <p:sp>
        <p:nvSpPr>
          <p:cNvPr id="44" name="Google Shape;44;p2"/>
          <p:cNvSpPr txBox="1"/>
          <p:nvPr>
            <p:ph type="sldNum" idx="12"/>
          </p:nvPr>
        </p:nvSpPr>
        <p:spPr>
          <a:xfrm>
            <a:off x="4648200" y="6266141"/>
            <a:ext cx="2057400" cy="365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48" name="Shape 48"/>
        <p:cNvGrpSpPr/>
        <p:nvPr/>
      </p:nvGrpSpPr>
      <p:grpSpPr>
        <a:xfrm>
          <a:off x="0" y="0"/>
          <a:ext cx="0" cy="0"/>
          <a:chOff x="0" y="0"/>
          <a:chExt cx="0" cy="0"/>
        </a:xfrm>
      </p:grpSpPr>
      <p:sp>
        <p:nvSpPr>
          <p:cNvPr id="49" name="Google Shape;49;p3"/>
          <p:cNvSpPr txBox="1"/>
          <p:nvPr>
            <p:ph type="title"/>
          </p:nvPr>
        </p:nvSpPr>
        <p:spPr>
          <a:xfrm>
            <a:off x="457200" y="274640"/>
            <a:ext cx="8229600" cy="68048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B050"/>
              </a:buClr>
              <a:buSzPts val="2600"/>
              <a:buFont typeface="Tahoma" panose="020B0604030504040204"/>
              <a:buNone/>
            </a:pPr>
            <a:r>
              <a:rPr lang="en-US"/>
              <a:t>1. Internship Completion Certificate</a:t>
            </a:r>
            <a:endParaRPr lang="en-US"/>
          </a:p>
        </p:txBody>
      </p:sp>
      <p:sp>
        <p:nvSpPr>
          <p:cNvPr id="50" name="Google Shape;50;p3"/>
          <p:cNvSpPr txBox="1"/>
          <p:nvPr>
            <p:ph type="sldNum" idx="12"/>
          </p:nvPr>
        </p:nvSpPr>
        <p:spPr>
          <a:xfrm>
            <a:off x="4648200" y="6266141"/>
            <a:ext cx="2057400" cy="365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fld>
            <a:endParaRPr lang="en-US"/>
          </a:p>
        </p:txBody>
      </p:sp>
      <p:pic>
        <p:nvPicPr>
          <p:cNvPr id="300" name="Internship Certificate" descr="CODTECH IT Solutions internship experience certificate"/>
          <p:cNvPicPr preferRelativeResize="0"/>
          <p:nvPr/>
        </p:nvPicPr>
        <p:blipFill rotWithShape="1">
          <a:blip r:embed="rId1"/>
          <a:srcRect/>
          <a:stretch>
            <a:fillRect/>
          </a:stretch>
        </p:blipFill>
        <p:spPr>
          <a:xfrm>
            <a:off x="731520" y="1051560"/>
            <a:ext cx="3555015" cy="5029200"/>
          </a:xfrm>
          <a:prstGeom prst="rect">
            <a:avLst/>
          </a:prstGeom>
          <a:ln w="9525">
            <a:solidFill>
              <a:srgbClr val="D5E8DB"/>
            </a:solidFill>
          </a:ln>
        </p:spPr>
      </p:pic>
      <p:sp>
        <p:nvSpPr>
          <p:cNvPr id="310" name="Card Intern ID"/>
          <p:cNvSpPr/>
          <p:nvPr/>
        </p:nvSpPr>
        <p:spPr>
          <a:xfrm>
            <a:off x="4846320" y="1188720"/>
            <a:ext cx="3749039" cy="777240"/>
          </a:xfrm>
          <a:prstGeom prst="roundRect">
            <a:avLst>
              <a:gd name="adj" fmla="val 8000"/>
            </a:avLst>
          </a:prstGeom>
          <a:solidFill>
            <a:srgbClr val="E8F4EC"/>
          </a:solidFill>
          <a:ln>
            <a:noFill/>
          </a:ln>
        </p:spPr>
        <p:txBody>
          <a:bodyPr wrap="square" lIns="128000" tIns="128000" rIns="128000" bIns="128000" anchor="ctr">
            <a:noAutofit/>
          </a:bodyPr>
          <a:lstStyle/>
          <a:p>
            <a:pPr marL="0" indent="0" algn="l">
              <a:lnSpc>
                <a:spcPct val="100000"/>
              </a:lnSpc>
              <a:spcBef>
                <a:spcPts val="0"/>
              </a:spcBef>
              <a:spcAft>
                <a:spcPts val="0"/>
              </a:spcAft>
              <a:buNone/>
            </a:pPr>
            <a:r>
              <a:rPr lang="en-US" sz="1100" b="1" i="0">
                <a:solidFill>
                  <a:srgbClr val="007434"/>
                </a:solidFill>
                <a:latin typeface="Tahoma" panose="020B0604030504040204"/>
                <a:ea typeface="Tahoma" panose="020B0604030504040204"/>
                <a:cs typeface="Tahoma" panose="020B0604030504040204"/>
                <a:sym typeface="Tahoma" panose="020B0604030504040204"/>
              </a:rPr>
              <a:t>Intern ID</a:t>
            </a:r>
            <a:endParaRPr lang="en-US" sz="1100" b="1" i="0">
              <a:solidFill>
                <a:srgbClr val="007434"/>
              </a:solidFill>
              <a:latin typeface="Tahoma" panose="020B0604030504040204"/>
              <a:ea typeface="Tahoma" panose="020B0604030504040204"/>
              <a:cs typeface="Tahoma" panose="020B0604030504040204"/>
              <a:sym typeface="Tahoma" panose="020B0604030504040204"/>
            </a:endParaRPr>
          </a:p>
          <a:p>
            <a:pPr marL="0" indent="0" algn="l">
              <a:lnSpc>
                <a:spcPct val="100000"/>
              </a:lnSpc>
              <a:spcBef>
                <a:spcPts val="200"/>
              </a:spcBef>
              <a:spcAft>
                <a:spcPts val="0"/>
              </a:spcAft>
              <a:buNone/>
            </a:pPr>
            <a:r>
              <a:rPr lang="en-US" sz="1300" b="0" i="0">
                <a:solidFill>
                  <a:srgbClr val="1F1F1F"/>
                </a:solidFill>
                <a:latin typeface="Tahoma" panose="020B0604030504040204"/>
                <a:ea typeface="Tahoma" panose="020B0604030504040204"/>
                <a:cs typeface="Tahoma" panose="020B0604030504040204"/>
                <a:sym typeface="Tahoma" panose="020B0604030504040204"/>
              </a:rPr>
              <a:t>CITS9715</a:t>
            </a:r>
            <a:endParaRPr lang="en-US" sz="1300" b="0" i="0">
              <a:solidFill>
                <a:srgbClr val="1F1F1F"/>
              </a:solidFill>
              <a:latin typeface="Tahoma" panose="020B0604030504040204"/>
              <a:ea typeface="Tahoma" panose="020B0604030504040204"/>
              <a:cs typeface="Tahoma" panose="020B0604030504040204"/>
              <a:sym typeface="Tahoma" panose="020B0604030504040204"/>
            </a:endParaRPr>
          </a:p>
        </p:txBody>
      </p:sp>
      <p:sp>
        <p:nvSpPr>
          <p:cNvPr id="311" name="Card Domain"/>
          <p:cNvSpPr/>
          <p:nvPr/>
        </p:nvSpPr>
        <p:spPr>
          <a:xfrm>
            <a:off x="4846320" y="2084832"/>
            <a:ext cx="3749039" cy="777240"/>
          </a:xfrm>
          <a:prstGeom prst="roundRect">
            <a:avLst>
              <a:gd name="adj" fmla="val 8000"/>
            </a:avLst>
          </a:prstGeom>
          <a:solidFill>
            <a:srgbClr val="E8F4EC"/>
          </a:solidFill>
          <a:ln>
            <a:noFill/>
          </a:ln>
        </p:spPr>
        <p:txBody>
          <a:bodyPr wrap="square" lIns="128000" tIns="128000" rIns="128000" bIns="128000" anchor="ctr">
            <a:noAutofit/>
          </a:bodyPr>
          <a:lstStyle/>
          <a:p>
            <a:pPr marL="0" indent="0" algn="l">
              <a:lnSpc>
                <a:spcPct val="100000"/>
              </a:lnSpc>
              <a:spcBef>
                <a:spcPts val="0"/>
              </a:spcBef>
              <a:spcAft>
                <a:spcPts val="0"/>
              </a:spcAft>
              <a:buNone/>
            </a:pPr>
            <a:r>
              <a:rPr lang="en-US" sz="1100" b="1" i="0">
                <a:solidFill>
                  <a:srgbClr val="007434"/>
                </a:solidFill>
                <a:latin typeface="Tahoma" panose="020B0604030504040204"/>
                <a:ea typeface="Tahoma" panose="020B0604030504040204"/>
                <a:cs typeface="Tahoma" panose="020B0604030504040204"/>
                <a:sym typeface="Tahoma" panose="020B0604030504040204"/>
              </a:rPr>
              <a:t>Domain</a:t>
            </a:r>
            <a:endParaRPr lang="en-US" sz="1100" b="1" i="0">
              <a:solidFill>
                <a:srgbClr val="007434"/>
              </a:solidFill>
              <a:latin typeface="Tahoma" panose="020B0604030504040204"/>
              <a:ea typeface="Tahoma" panose="020B0604030504040204"/>
              <a:cs typeface="Tahoma" panose="020B0604030504040204"/>
              <a:sym typeface="Tahoma" panose="020B0604030504040204"/>
            </a:endParaRPr>
          </a:p>
          <a:p>
            <a:pPr marL="0" indent="0" algn="l">
              <a:lnSpc>
                <a:spcPct val="100000"/>
              </a:lnSpc>
              <a:spcBef>
                <a:spcPts val="200"/>
              </a:spcBef>
              <a:spcAft>
                <a:spcPts val="0"/>
              </a:spcAft>
              <a:buNone/>
            </a:pPr>
            <a:r>
              <a:rPr lang="en-US" sz="1300" b="0" i="0">
                <a:solidFill>
                  <a:srgbClr val="1F1F1F"/>
                </a:solidFill>
                <a:latin typeface="Tahoma" panose="020B0604030504040204"/>
                <a:ea typeface="Tahoma" panose="020B0604030504040204"/>
                <a:cs typeface="Tahoma" panose="020B0604030504040204"/>
                <a:sym typeface="Tahoma" panose="020B0604030504040204"/>
              </a:rPr>
              <a:t>Data Science</a:t>
            </a:r>
            <a:endParaRPr lang="en-US" sz="1300" b="0" i="0">
              <a:solidFill>
                <a:srgbClr val="1F1F1F"/>
              </a:solidFill>
              <a:latin typeface="Tahoma" panose="020B0604030504040204"/>
              <a:ea typeface="Tahoma" panose="020B0604030504040204"/>
              <a:cs typeface="Tahoma" panose="020B0604030504040204"/>
              <a:sym typeface="Tahoma" panose="020B0604030504040204"/>
            </a:endParaRPr>
          </a:p>
        </p:txBody>
      </p:sp>
      <p:sp>
        <p:nvSpPr>
          <p:cNvPr id="312" name="Card Duration"/>
          <p:cNvSpPr/>
          <p:nvPr/>
        </p:nvSpPr>
        <p:spPr>
          <a:xfrm>
            <a:off x="4846320" y="2980944"/>
            <a:ext cx="3749039" cy="777240"/>
          </a:xfrm>
          <a:prstGeom prst="roundRect">
            <a:avLst>
              <a:gd name="adj" fmla="val 8000"/>
            </a:avLst>
          </a:prstGeom>
          <a:solidFill>
            <a:srgbClr val="E8F4EC"/>
          </a:solidFill>
          <a:ln>
            <a:noFill/>
          </a:ln>
        </p:spPr>
        <p:txBody>
          <a:bodyPr wrap="square" lIns="128000" tIns="128000" rIns="128000" bIns="128000" anchor="ctr">
            <a:noAutofit/>
          </a:bodyPr>
          <a:lstStyle/>
          <a:p>
            <a:pPr marL="0" indent="0" algn="l">
              <a:lnSpc>
                <a:spcPct val="100000"/>
              </a:lnSpc>
              <a:spcBef>
                <a:spcPts val="0"/>
              </a:spcBef>
              <a:spcAft>
                <a:spcPts val="0"/>
              </a:spcAft>
              <a:buNone/>
            </a:pPr>
            <a:r>
              <a:rPr lang="en-US" sz="1100" b="1" i="0">
                <a:solidFill>
                  <a:srgbClr val="007434"/>
                </a:solidFill>
                <a:latin typeface="Tahoma" panose="020B0604030504040204"/>
                <a:ea typeface="Tahoma" panose="020B0604030504040204"/>
                <a:cs typeface="Tahoma" panose="020B0604030504040204"/>
                <a:sym typeface="Tahoma" panose="020B0604030504040204"/>
              </a:rPr>
              <a:t>Duration</a:t>
            </a:r>
            <a:endParaRPr lang="en-US" sz="1100" b="1" i="0">
              <a:solidFill>
                <a:srgbClr val="007434"/>
              </a:solidFill>
              <a:latin typeface="Tahoma" panose="020B0604030504040204"/>
              <a:ea typeface="Tahoma" panose="020B0604030504040204"/>
              <a:cs typeface="Tahoma" panose="020B0604030504040204"/>
              <a:sym typeface="Tahoma" panose="020B0604030504040204"/>
            </a:endParaRPr>
          </a:p>
          <a:p>
            <a:pPr marL="0" indent="0" algn="l">
              <a:lnSpc>
                <a:spcPct val="100000"/>
              </a:lnSpc>
              <a:spcBef>
                <a:spcPts val="200"/>
              </a:spcBef>
              <a:spcAft>
                <a:spcPts val="0"/>
              </a:spcAft>
              <a:buNone/>
            </a:pPr>
            <a:r>
              <a:rPr lang="en-US" sz="1300" b="0" i="0">
                <a:solidFill>
                  <a:srgbClr val="1F1F1F"/>
                </a:solidFill>
                <a:latin typeface="Tahoma" panose="020B0604030504040204"/>
                <a:ea typeface="Tahoma" panose="020B0604030504040204"/>
                <a:cs typeface="Tahoma" panose="020B0604030504040204"/>
                <a:sym typeface="Tahoma" panose="020B0604030504040204"/>
              </a:rPr>
              <a:t>4 Weeks (15 July – 12 August 2026)</a:t>
            </a:r>
            <a:endParaRPr lang="en-US" sz="1300" b="0" i="0">
              <a:solidFill>
                <a:srgbClr val="1F1F1F"/>
              </a:solidFill>
              <a:latin typeface="Tahoma" panose="020B0604030504040204"/>
              <a:ea typeface="Tahoma" panose="020B0604030504040204"/>
              <a:cs typeface="Tahoma" panose="020B0604030504040204"/>
              <a:sym typeface="Tahoma" panose="020B0604030504040204"/>
            </a:endParaRPr>
          </a:p>
        </p:txBody>
      </p:sp>
      <p:sp>
        <p:nvSpPr>
          <p:cNvPr id="313" name="Card Status"/>
          <p:cNvSpPr/>
          <p:nvPr/>
        </p:nvSpPr>
        <p:spPr>
          <a:xfrm>
            <a:off x="4846320" y="3877056"/>
            <a:ext cx="3749039" cy="777240"/>
          </a:xfrm>
          <a:prstGeom prst="roundRect">
            <a:avLst>
              <a:gd name="adj" fmla="val 8000"/>
            </a:avLst>
          </a:prstGeom>
          <a:solidFill>
            <a:srgbClr val="E8F4EC"/>
          </a:solidFill>
          <a:ln>
            <a:noFill/>
          </a:ln>
        </p:spPr>
        <p:txBody>
          <a:bodyPr wrap="square" lIns="128000" tIns="128000" rIns="128000" bIns="128000" anchor="ctr">
            <a:noAutofit/>
          </a:bodyPr>
          <a:lstStyle/>
          <a:p>
            <a:pPr marL="0" indent="0" algn="l">
              <a:lnSpc>
                <a:spcPct val="100000"/>
              </a:lnSpc>
              <a:spcBef>
                <a:spcPts val="0"/>
              </a:spcBef>
              <a:spcAft>
                <a:spcPts val="0"/>
              </a:spcAft>
              <a:buNone/>
            </a:pPr>
            <a:r>
              <a:rPr lang="en-US" sz="1100" b="1" i="0">
                <a:solidFill>
                  <a:srgbClr val="007434"/>
                </a:solidFill>
                <a:latin typeface="Tahoma" panose="020B0604030504040204"/>
                <a:ea typeface="Tahoma" panose="020B0604030504040204"/>
                <a:cs typeface="Tahoma" panose="020B0604030504040204"/>
                <a:sym typeface="Tahoma" panose="020B0604030504040204"/>
              </a:rPr>
              <a:t>Status</a:t>
            </a:r>
            <a:endParaRPr lang="en-US" sz="1100" b="1" i="0">
              <a:solidFill>
                <a:srgbClr val="007434"/>
              </a:solidFill>
              <a:latin typeface="Tahoma" panose="020B0604030504040204"/>
              <a:ea typeface="Tahoma" panose="020B0604030504040204"/>
              <a:cs typeface="Tahoma" panose="020B0604030504040204"/>
              <a:sym typeface="Tahoma" panose="020B0604030504040204"/>
            </a:endParaRPr>
          </a:p>
          <a:p>
            <a:pPr marL="0" indent="0" algn="l">
              <a:lnSpc>
                <a:spcPct val="100000"/>
              </a:lnSpc>
              <a:spcBef>
                <a:spcPts val="200"/>
              </a:spcBef>
              <a:spcAft>
                <a:spcPts val="0"/>
              </a:spcAft>
              <a:buNone/>
            </a:pPr>
            <a:r>
              <a:rPr lang="en-US" sz="1300" b="0" i="0">
                <a:solidFill>
                  <a:srgbClr val="1F1F1F"/>
                </a:solidFill>
                <a:latin typeface="Tahoma" panose="020B0604030504040204"/>
                <a:ea typeface="Tahoma" panose="020B0604030504040204"/>
                <a:cs typeface="Tahoma" panose="020B0604030504040204"/>
                <a:sym typeface="Tahoma" panose="020B0604030504040204"/>
              </a:rPr>
              <a:t>Successfully Completed</a:t>
            </a:r>
            <a:endParaRPr lang="en-US" sz="1300" b="0" i="0">
              <a:solidFill>
                <a:srgbClr val="1F1F1F"/>
              </a:solidFill>
              <a:latin typeface="Tahoma" panose="020B0604030504040204"/>
              <a:ea typeface="Tahoma" panose="020B0604030504040204"/>
              <a:cs typeface="Tahoma" panose="020B0604030504040204"/>
              <a:sym typeface="Tahoma" panose="020B0604030504040204"/>
            </a:endParaRPr>
          </a:p>
        </p:txBody>
      </p:sp>
      <p:sp>
        <p:nvSpPr>
          <p:cNvPr id="314" name="Card Issued by"/>
          <p:cNvSpPr/>
          <p:nvPr/>
        </p:nvSpPr>
        <p:spPr>
          <a:xfrm>
            <a:off x="4846320" y="4773168"/>
            <a:ext cx="3749039" cy="777240"/>
          </a:xfrm>
          <a:prstGeom prst="roundRect">
            <a:avLst>
              <a:gd name="adj" fmla="val 8000"/>
            </a:avLst>
          </a:prstGeom>
          <a:solidFill>
            <a:srgbClr val="E8F4EC"/>
          </a:solidFill>
          <a:ln>
            <a:noFill/>
          </a:ln>
        </p:spPr>
        <p:txBody>
          <a:bodyPr wrap="square" lIns="128000" tIns="128000" rIns="128000" bIns="128000" anchor="ctr">
            <a:noAutofit/>
          </a:bodyPr>
          <a:lstStyle/>
          <a:p>
            <a:pPr marL="0" indent="0" algn="l">
              <a:lnSpc>
                <a:spcPct val="100000"/>
              </a:lnSpc>
              <a:spcBef>
                <a:spcPts val="0"/>
              </a:spcBef>
              <a:spcAft>
                <a:spcPts val="0"/>
              </a:spcAft>
              <a:buNone/>
            </a:pPr>
            <a:r>
              <a:rPr lang="en-US" sz="1100" b="1" i="0">
                <a:solidFill>
                  <a:srgbClr val="007434"/>
                </a:solidFill>
                <a:latin typeface="Tahoma" panose="020B0604030504040204"/>
                <a:ea typeface="Tahoma" panose="020B0604030504040204"/>
                <a:cs typeface="Tahoma" panose="020B0604030504040204"/>
                <a:sym typeface="Tahoma" panose="020B0604030504040204"/>
              </a:rPr>
              <a:t>Issued by</a:t>
            </a:r>
            <a:endParaRPr lang="en-US" sz="1100" b="1" i="0">
              <a:solidFill>
                <a:srgbClr val="007434"/>
              </a:solidFill>
              <a:latin typeface="Tahoma" panose="020B0604030504040204"/>
              <a:ea typeface="Tahoma" panose="020B0604030504040204"/>
              <a:cs typeface="Tahoma" panose="020B0604030504040204"/>
              <a:sym typeface="Tahoma" panose="020B0604030504040204"/>
            </a:endParaRPr>
          </a:p>
          <a:p>
            <a:pPr marL="0" indent="0" algn="l">
              <a:lnSpc>
                <a:spcPct val="100000"/>
              </a:lnSpc>
              <a:spcBef>
                <a:spcPts val="200"/>
              </a:spcBef>
              <a:spcAft>
                <a:spcPts val="0"/>
              </a:spcAft>
              <a:buNone/>
            </a:pPr>
            <a:r>
              <a:rPr lang="en-US" sz="1300" b="0" i="0">
                <a:solidFill>
                  <a:srgbClr val="1F1F1F"/>
                </a:solidFill>
                <a:latin typeface="Tahoma" panose="020B0604030504040204"/>
                <a:ea typeface="Tahoma" panose="020B0604030504040204"/>
                <a:cs typeface="Tahoma" panose="020B0604030504040204"/>
                <a:sym typeface="Tahoma" panose="020B0604030504040204"/>
              </a:rPr>
              <a:t>CODTECH IT Solutions Private Limited</a:t>
            </a:r>
            <a:endParaRPr lang="en-US" sz="1300" b="0" i="0">
              <a:solidFill>
                <a:srgbClr val="1F1F1F"/>
              </a:solidFill>
              <a:latin typeface="Tahoma" panose="020B0604030504040204"/>
              <a:ea typeface="Tahoma" panose="020B0604030504040204"/>
              <a:cs typeface="Tahoma" panose="020B0604030504040204"/>
              <a:sym typeface="Tahoma" panose="020B060403050404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55" name="Shape 55"/>
        <p:cNvGrpSpPr/>
        <p:nvPr/>
      </p:nvGrpSpPr>
      <p:grpSpPr>
        <a:xfrm>
          <a:off x="0" y="0"/>
          <a:ext cx="0" cy="0"/>
          <a:chOff x="0" y="0"/>
          <a:chExt cx="0" cy="0"/>
        </a:xfrm>
      </p:grpSpPr>
      <p:sp>
        <p:nvSpPr>
          <p:cNvPr id="56" name="Google Shape;56;p4"/>
          <p:cNvSpPr txBox="1"/>
          <p:nvPr>
            <p:ph type="title"/>
          </p:nvPr>
        </p:nvSpPr>
        <p:spPr>
          <a:xfrm>
            <a:off x="457200" y="274640"/>
            <a:ext cx="8229600" cy="68048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B050"/>
              </a:buClr>
              <a:buSzPts val="2600"/>
              <a:buFont typeface="Tahoma" panose="020B0604030504040204"/>
              <a:buNone/>
            </a:pPr>
            <a:r>
              <a:rPr lang="en-US"/>
              <a:t>2. Abstract</a:t>
            </a:r>
            <a:endParaRPr lang="en-US"/>
          </a:p>
        </p:txBody>
      </p:sp>
      <p:sp>
        <p:nvSpPr>
          <p:cNvPr id="57" name="Google Shape;57;p4"/>
          <p:cNvSpPr txBox="1"/>
          <p:nvPr>
            <p:ph type="sldNum" idx="12"/>
          </p:nvPr>
        </p:nvSpPr>
        <p:spPr>
          <a:xfrm>
            <a:off x="4648200" y="6266141"/>
            <a:ext cx="2057400" cy="365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fld>
            <a:endParaRPr lang="en-US"/>
          </a:p>
        </p:txBody>
      </p:sp>
      <p:sp>
        <p:nvSpPr>
          <p:cNvPr id="58" name="Google Shape;58;p4"/>
          <p:cNvSpPr txBox="1"/>
          <p:nvPr/>
        </p:nvSpPr>
        <p:spPr>
          <a:xfrm>
            <a:off x="548640" y="1143000"/>
            <a:ext cx="8046720" cy="3017520"/>
          </a:xfrm>
          <a:prstGeom prst="rect">
            <a:avLst/>
          </a:prstGeom>
          <a:noFill/>
          <a:ln>
            <a:noFill/>
          </a:ln>
        </p:spPr>
        <p:txBody>
          <a:bodyPr spcFirstLastPara="1" wrap="square" lIns="91425" tIns="91425" rIns="91425" bIns="91425" anchor="t" anchorCtr="0">
            <a:noAutofit/>
          </a:bodyPr>
          <a:lstStyle/>
          <a:p>
            <a:pPr marL="0" marR="0" lvl="0" indent="0" algn="l" rtl="0">
              <a:lnSpc>
                <a:spcPct val="110000"/>
              </a:lnSpc>
              <a:spcBef>
                <a:spcPts val="0"/>
              </a:spcBef>
              <a:spcAft>
                <a:spcPts val="0"/>
              </a:spcAft>
              <a:buClr>
                <a:srgbClr val="1F1F1F"/>
              </a:buClr>
              <a:buSzPts val="1500"/>
              <a:buFont typeface="Tahoma" panose="020B0604030504040204"/>
              <a:buNone/>
            </a:pPr>
            <a:r>
              <a:rPr lang="en-US" sz="1500" b="0" i="0" u="none" strike="noStrike" cap="none">
                <a:solidFill>
                  <a:srgbClr val="1F1F1F"/>
                </a:solidFill>
                <a:latin typeface="Tahoma" panose="020B0604030504040204"/>
                <a:ea typeface="Tahoma" panose="020B0604030504040204"/>
                <a:cs typeface="Tahoma" panose="020B0604030504040204"/>
                <a:sym typeface="Tahoma" panose="020B0604030504040204"/>
              </a:rPr>
              <a:t>This report presents the four-week Data Science internship completed at CODTECH IT Solutions Private Limited from 15 July 2026 to 12 August 2026, as confirmed by the internship experience certificate. The internship built practical awareness of data science and the role of data in analysis, interpretation and informed decision-making, with the RAG-Based AI Teaching Assistant as the project context. The certificate acknowledges dedication, technical skills, a positive learning attitude, active participation and consistent effort. The report covers the project overview, technology stack, learning experience and professional skills developed.</a:t>
            </a:r>
            <a:endParaRPr sz="1500" b="0" i="0" u="none" strike="noStrike" cap="none">
              <a:solidFill>
                <a:srgbClr val="1F1F1F"/>
              </a:solidFill>
              <a:latin typeface="Tahoma" panose="020B0604030504040204"/>
              <a:ea typeface="Tahoma" panose="020B0604030504040204"/>
              <a:cs typeface="Tahoma" panose="020B0604030504040204"/>
              <a:sym typeface="Tahoma" panose="020B0604030504040204"/>
            </a:endParaRPr>
          </a:p>
        </p:txBody>
      </p:sp>
      <p:sp>
        <p:nvSpPr>
          <p:cNvPr id="59" name="Google Shape;59;p4"/>
          <p:cNvSpPr/>
          <p:nvPr/>
        </p:nvSpPr>
        <p:spPr>
          <a:xfrm>
            <a:off x="548640" y="4297680"/>
            <a:ext cx="1828800" cy="1234440"/>
          </a:xfrm>
          <a:prstGeom prst="roundRect">
            <a:avLst>
              <a:gd name="adj" fmla="val 8000"/>
            </a:avLst>
          </a:prstGeom>
          <a:solidFill>
            <a:srgbClr val="E8F4E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7434"/>
              </a:buClr>
              <a:buSzPts val="2600"/>
              <a:buFont typeface="Tahoma" panose="020B0604030504040204"/>
              <a:buNone/>
            </a:pPr>
            <a:r>
              <a:rPr lang="en-US" sz="2600" b="1" i="0" u="none" strike="noStrike" cap="none">
                <a:solidFill>
                  <a:srgbClr val="007434"/>
                </a:solidFill>
                <a:latin typeface="Tahoma" panose="020B0604030504040204"/>
                <a:ea typeface="Tahoma" panose="020B0604030504040204"/>
                <a:cs typeface="Tahoma" panose="020B0604030504040204"/>
                <a:sym typeface="Tahoma" panose="020B0604030504040204"/>
              </a:rPr>
              <a:t>4 Weeks</a:t>
            </a:r>
            <a:endParaRPr sz="2600" b="1" i="0" u="none" strike="noStrike" cap="none">
              <a:solidFill>
                <a:srgbClr val="007434"/>
              </a:solidFill>
              <a:latin typeface="Tahoma" panose="020B0604030504040204"/>
              <a:ea typeface="Tahoma" panose="020B0604030504040204"/>
              <a:cs typeface="Tahoma" panose="020B0604030504040204"/>
              <a:sym typeface="Tahoma" panose="020B0604030504040204"/>
            </a:endParaRPr>
          </a:p>
          <a:p>
            <a:pPr marL="0" marR="0" lvl="0" indent="0" algn="ctr" rtl="0">
              <a:lnSpc>
                <a:spcPct val="100000"/>
              </a:lnSpc>
              <a:spcBef>
                <a:spcPts val="0"/>
              </a:spcBef>
              <a:spcAft>
                <a:spcPts val="0"/>
              </a:spcAft>
              <a:buClr>
                <a:srgbClr val="555555"/>
              </a:buClr>
              <a:buSzPts val="1100"/>
              <a:buFont typeface="Tahoma" panose="020B0604030504040204"/>
              <a:buNone/>
            </a:pPr>
            <a:r>
              <a:rPr lang="en-US" sz="1100" b="0" i="0" u="none" strike="noStrike" cap="none">
                <a:solidFill>
                  <a:srgbClr val="555555"/>
                </a:solidFill>
                <a:latin typeface="Tahoma" panose="020B0604030504040204"/>
                <a:ea typeface="Tahoma" panose="020B0604030504040204"/>
                <a:cs typeface="Tahoma" panose="020B0604030504040204"/>
                <a:sym typeface="Tahoma" panose="020B0604030504040204"/>
              </a:rPr>
              <a:t>Duration</a:t>
            </a:r>
            <a:endParaRPr sz="1100" b="0" i="0" u="none" strike="noStrike" cap="none">
              <a:solidFill>
                <a:srgbClr val="555555"/>
              </a:solidFill>
              <a:latin typeface="Tahoma" panose="020B0604030504040204"/>
              <a:ea typeface="Tahoma" panose="020B0604030504040204"/>
              <a:cs typeface="Tahoma" panose="020B0604030504040204"/>
              <a:sym typeface="Tahoma" panose="020B0604030504040204"/>
            </a:endParaRPr>
          </a:p>
        </p:txBody>
      </p:sp>
      <p:sp>
        <p:nvSpPr>
          <p:cNvPr id="60" name="Google Shape;60;p4"/>
          <p:cNvSpPr/>
          <p:nvPr/>
        </p:nvSpPr>
        <p:spPr>
          <a:xfrm>
            <a:off x="2560320" y="4297680"/>
            <a:ext cx="1828800" cy="1234440"/>
          </a:xfrm>
          <a:prstGeom prst="roundRect">
            <a:avLst>
              <a:gd name="adj" fmla="val 8000"/>
            </a:avLst>
          </a:prstGeom>
          <a:solidFill>
            <a:srgbClr val="E8F4E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7434"/>
              </a:buClr>
              <a:buSzPts val="2600"/>
              <a:buFont typeface="Tahoma" panose="020B0604030504040204"/>
              <a:buNone/>
            </a:pPr>
            <a:r>
              <a:rPr lang="en-US" sz="2600" b="1" i="0" u="none" strike="noStrike" cap="none">
                <a:solidFill>
                  <a:srgbClr val="007434"/>
                </a:solidFill>
                <a:latin typeface="Tahoma" panose="020B0604030504040204"/>
                <a:ea typeface="Tahoma" panose="020B0604030504040204"/>
                <a:cs typeface="Tahoma" panose="020B0604030504040204"/>
                <a:sym typeface="Tahoma" panose="020B0604030504040204"/>
              </a:rPr>
              <a:t>Jul–Aug</a:t>
            </a:r>
            <a:endParaRPr sz="2600" b="1" i="0" u="none" strike="noStrike" cap="none">
              <a:solidFill>
                <a:srgbClr val="007434"/>
              </a:solidFill>
              <a:latin typeface="Tahoma" panose="020B0604030504040204"/>
              <a:ea typeface="Tahoma" panose="020B0604030504040204"/>
              <a:cs typeface="Tahoma" panose="020B0604030504040204"/>
              <a:sym typeface="Tahoma" panose="020B0604030504040204"/>
            </a:endParaRPr>
          </a:p>
          <a:p>
            <a:pPr marL="0" marR="0" lvl="0" indent="0" algn="ctr" rtl="0">
              <a:lnSpc>
                <a:spcPct val="100000"/>
              </a:lnSpc>
              <a:spcBef>
                <a:spcPts val="0"/>
              </a:spcBef>
              <a:spcAft>
                <a:spcPts val="0"/>
              </a:spcAft>
              <a:buClr>
                <a:srgbClr val="555555"/>
              </a:buClr>
              <a:buSzPts val="1100"/>
              <a:buFont typeface="Tahoma" panose="020B0604030504040204"/>
              <a:buNone/>
            </a:pPr>
            <a:r>
              <a:rPr lang="en-US" sz="1100" b="0" i="0" u="none" strike="noStrike" cap="none">
                <a:solidFill>
                  <a:srgbClr val="555555"/>
                </a:solidFill>
                <a:latin typeface="Tahoma" panose="020B0604030504040204"/>
                <a:ea typeface="Tahoma" panose="020B0604030504040204"/>
                <a:cs typeface="Tahoma" panose="020B0604030504040204"/>
                <a:sym typeface="Tahoma" panose="020B0604030504040204"/>
              </a:rPr>
              <a:t>Internship period</a:t>
            </a:r>
            <a:endParaRPr sz="1100" b="0" i="0" u="none" strike="noStrike" cap="none">
              <a:solidFill>
                <a:srgbClr val="555555"/>
              </a:solidFill>
              <a:latin typeface="Tahoma" panose="020B0604030504040204"/>
              <a:ea typeface="Tahoma" panose="020B0604030504040204"/>
              <a:cs typeface="Tahoma" panose="020B0604030504040204"/>
              <a:sym typeface="Tahoma" panose="020B0604030504040204"/>
            </a:endParaRPr>
          </a:p>
        </p:txBody>
      </p:sp>
      <p:sp>
        <p:nvSpPr>
          <p:cNvPr id="61" name="Google Shape;61;p4"/>
          <p:cNvSpPr/>
          <p:nvPr/>
        </p:nvSpPr>
        <p:spPr>
          <a:xfrm>
            <a:off x="4572000" y="4297680"/>
            <a:ext cx="1828800" cy="1234440"/>
          </a:xfrm>
          <a:prstGeom prst="roundRect">
            <a:avLst>
              <a:gd name="adj" fmla="val 8000"/>
            </a:avLst>
          </a:prstGeom>
          <a:solidFill>
            <a:srgbClr val="E8F4E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7434"/>
              </a:buClr>
              <a:buSzPts val="2600"/>
              <a:buFont typeface="Tahoma" panose="020B0604030504040204"/>
              <a:buNone/>
            </a:pPr>
            <a:r>
              <a:rPr lang="en-US" sz="2600" b="1" i="0" u="none" strike="noStrike" cap="none">
                <a:solidFill>
                  <a:srgbClr val="007434"/>
                </a:solidFill>
                <a:latin typeface="Tahoma" panose="020B0604030504040204"/>
                <a:ea typeface="Tahoma" panose="020B0604030504040204"/>
                <a:cs typeface="Tahoma" panose="020B0604030504040204"/>
                <a:sym typeface="Tahoma" panose="020B0604030504040204"/>
              </a:rPr>
              <a:t>RAG</a:t>
            </a:r>
            <a:endParaRPr sz="2600" b="1" i="0" u="none" strike="noStrike" cap="none">
              <a:solidFill>
                <a:srgbClr val="007434"/>
              </a:solidFill>
              <a:latin typeface="Tahoma" panose="020B0604030504040204"/>
              <a:ea typeface="Tahoma" panose="020B0604030504040204"/>
              <a:cs typeface="Tahoma" panose="020B0604030504040204"/>
              <a:sym typeface="Tahoma" panose="020B0604030504040204"/>
            </a:endParaRPr>
          </a:p>
          <a:p>
            <a:pPr marL="0" marR="0" lvl="0" indent="0" algn="ctr" rtl="0">
              <a:lnSpc>
                <a:spcPct val="100000"/>
              </a:lnSpc>
              <a:spcBef>
                <a:spcPts val="0"/>
              </a:spcBef>
              <a:spcAft>
                <a:spcPts val="0"/>
              </a:spcAft>
              <a:buClr>
                <a:srgbClr val="555555"/>
              </a:buClr>
              <a:buSzPts val="1100"/>
              <a:buFont typeface="Tahoma" panose="020B0604030504040204"/>
              <a:buNone/>
            </a:pPr>
            <a:r>
              <a:rPr lang="en-US" sz="1100" b="0" i="0" u="none" strike="noStrike" cap="none">
                <a:solidFill>
                  <a:srgbClr val="555555"/>
                </a:solidFill>
                <a:latin typeface="Tahoma" panose="020B0604030504040204"/>
                <a:ea typeface="Tahoma" panose="020B0604030504040204"/>
                <a:cs typeface="Tahoma" panose="020B0604030504040204"/>
                <a:sym typeface="Tahoma" panose="020B0604030504040204"/>
              </a:rPr>
              <a:t>Project approach</a:t>
            </a:r>
            <a:endParaRPr sz="1100" b="0" i="0" u="none" strike="noStrike" cap="none">
              <a:solidFill>
                <a:srgbClr val="555555"/>
              </a:solidFill>
              <a:latin typeface="Tahoma" panose="020B0604030504040204"/>
              <a:ea typeface="Tahoma" panose="020B0604030504040204"/>
              <a:cs typeface="Tahoma" panose="020B0604030504040204"/>
              <a:sym typeface="Tahoma" panose="020B0604030504040204"/>
            </a:endParaRPr>
          </a:p>
        </p:txBody>
      </p:sp>
      <p:sp>
        <p:nvSpPr>
          <p:cNvPr id="62" name="Google Shape;62;p4"/>
          <p:cNvSpPr/>
          <p:nvPr/>
        </p:nvSpPr>
        <p:spPr>
          <a:xfrm>
            <a:off x="6583680" y="4297680"/>
            <a:ext cx="1828800" cy="1234440"/>
          </a:xfrm>
          <a:prstGeom prst="roundRect">
            <a:avLst>
              <a:gd name="adj" fmla="val 8000"/>
            </a:avLst>
          </a:prstGeom>
          <a:solidFill>
            <a:srgbClr val="E8F4E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7434"/>
              </a:buClr>
              <a:buSzPts val="2600"/>
              <a:buFont typeface="Tahoma" panose="020B0604030504040204"/>
              <a:buNone/>
            </a:pPr>
            <a:r>
              <a:rPr lang="en-US" sz="2600" b="1" i="0" u="none" strike="noStrike" cap="none">
                <a:solidFill>
                  <a:srgbClr val="007434"/>
                </a:solidFill>
                <a:latin typeface="Tahoma" panose="020B0604030504040204"/>
                <a:ea typeface="Tahoma" panose="020B0604030504040204"/>
                <a:cs typeface="Tahoma" panose="020B0604030504040204"/>
                <a:sym typeface="Tahoma" panose="020B0604030504040204"/>
              </a:rPr>
              <a:t>Q&amp;A</a:t>
            </a:r>
            <a:endParaRPr sz="2600" b="1" i="0" u="none" strike="noStrike" cap="none">
              <a:solidFill>
                <a:srgbClr val="007434"/>
              </a:solidFill>
              <a:latin typeface="Tahoma" panose="020B0604030504040204"/>
              <a:ea typeface="Tahoma" panose="020B0604030504040204"/>
              <a:cs typeface="Tahoma" panose="020B0604030504040204"/>
              <a:sym typeface="Tahoma" panose="020B0604030504040204"/>
            </a:endParaRPr>
          </a:p>
          <a:p>
            <a:pPr marL="0" marR="0" lvl="0" indent="0" algn="ctr" rtl="0">
              <a:lnSpc>
                <a:spcPct val="100000"/>
              </a:lnSpc>
              <a:spcBef>
                <a:spcPts val="0"/>
              </a:spcBef>
              <a:spcAft>
                <a:spcPts val="0"/>
              </a:spcAft>
              <a:buClr>
                <a:srgbClr val="555555"/>
              </a:buClr>
              <a:buSzPts val="1100"/>
              <a:buFont typeface="Tahoma" panose="020B0604030504040204"/>
              <a:buNone/>
            </a:pPr>
            <a:r>
              <a:rPr lang="en-US" sz="1100" b="0" i="0" u="none" strike="noStrike" cap="none">
                <a:solidFill>
                  <a:srgbClr val="555555"/>
                </a:solidFill>
                <a:latin typeface="Tahoma" panose="020B0604030504040204"/>
                <a:ea typeface="Tahoma" panose="020B0604030504040204"/>
                <a:cs typeface="Tahoma" panose="020B0604030504040204"/>
                <a:sym typeface="Tahoma" panose="020B0604030504040204"/>
              </a:rPr>
              <a:t>Educational use case</a:t>
            </a:r>
            <a:endParaRPr sz="1100" b="0" i="0" u="none" strike="noStrike" cap="none">
              <a:solidFill>
                <a:srgbClr val="555555"/>
              </a:solidFill>
              <a:latin typeface="Tahoma" panose="020B0604030504040204"/>
              <a:ea typeface="Tahoma" panose="020B0604030504040204"/>
              <a:cs typeface="Tahoma" panose="020B0604030504040204"/>
              <a:sym typeface="Tahoma" panose="020B060403050404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66" name="Shape 66"/>
        <p:cNvGrpSpPr/>
        <p:nvPr/>
      </p:nvGrpSpPr>
      <p:grpSpPr>
        <a:xfrm>
          <a:off x="0" y="0"/>
          <a:ext cx="0" cy="0"/>
          <a:chOff x="0" y="0"/>
          <a:chExt cx="0" cy="0"/>
        </a:xfrm>
      </p:grpSpPr>
      <p:sp>
        <p:nvSpPr>
          <p:cNvPr id="67" name="Google Shape;67;p5"/>
          <p:cNvSpPr txBox="1"/>
          <p:nvPr>
            <p:ph type="title"/>
          </p:nvPr>
        </p:nvSpPr>
        <p:spPr>
          <a:xfrm>
            <a:off x="457200" y="274640"/>
            <a:ext cx="8229600" cy="68048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B050"/>
              </a:buClr>
              <a:buSzPts val="2600"/>
              <a:buFont typeface="Tahoma" panose="020B0604030504040204"/>
              <a:buNone/>
            </a:pPr>
            <a:r>
              <a:rPr lang="en-US"/>
              <a:t>3. Introduction</a:t>
            </a:r>
            <a:endParaRPr lang="en-US"/>
          </a:p>
        </p:txBody>
      </p:sp>
      <p:sp>
        <p:nvSpPr>
          <p:cNvPr id="68" name="Google Shape;68;p5"/>
          <p:cNvSpPr txBox="1"/>
          <p:nvPr>
            <p:ph type="sldNum" idx="12"/>
          </p:nvPr>
        </p:nvSpPr>
        <p:spPr>
          <a:xfrm>
            <a:off x="4648200" y="6266141"/>
            <a:ext cx="2057400" cy="365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fld>
            <a:endParaRPr lang="en-US"/>
          </a:p>
        </p:txBody>
      </p:sp>
      <p:sp>
        <p:nvSpPr>
          <p:cNvPr id="69" name="Google Shape;69;p5"/>
          <p:cNvSpPr/>
          <p:nvPr/>
        </p:nvSpPr>
        <p:spPr>
          <a:xfrm>
            <a:off x="548640" y="1143000"/>
            <a:ext cx="3383280" cy="960120"/>
          </a:xfrm>
          <a:prstGeom prst="roundRect">
            <a:avLst>
              <a:gd name="adj" fmla="val 8000"/>
            </a:avLst>
          </a:prstGeom>
          <a:solidFill>
            <a:srgbClr val="E8F4EC"/>
          </a:solidFill>
          <a:ln>
            <a:noFill/>
          </a:ln>
        </p:spPr>
        <p:txBody>
          <a:bodyPr spcFirstLastPara="1" wrap="square" lIns="128000" tIns="128000" rIns="128000" bIns="128000" anchor="ctr" anchorCtr="0">
            <a:noAutofit/>
          </a:bodyPr>
          <a:lstStyle/>
          <a:p>
            <a:pPr marL="0" marR="0" lvl="0" indent="0" algn="l" rtl="0">
              <a:lnSpc>
                <a:spcPct val="100000"/>
              </a:lnSpc>
              <a:spcBef>
                <a:spcPts val="0"/>
              </a:spcBef>
              <a:spcAft>
                <a:spcPts val="0"/>
              </a:spcAft>
              <a:buClr>
                <a:srgbClr val="007434"/>
              </a:buClr>
              <a:buSzPts val="1100"/>
              <a:buFont typeface="Tahoma" panose="020B0604030504040204"/>
              <a:buNone/>
            </a:pPr>
            <a:r>
              <a:rPr lang="en-US" sz="1100" b="1" i="0" u="none" strike="noStrike" cap="none">
                <a:solidFill>
                  <a:srgbClr val="007434"/>
                </a:solidFill>
                <a:latin typeface="Tahoma" panose="020B0604030504040204"/>
                <a:ea typeface="Tahoma" panose="020B0604030504040204"/>
                <a:cs typeface="Tahoma" panose="020B0604030504040204"/>
                <a:sym typeface="Tahoma" panose="020B0604030504040204"/>
              </a:rPr>
              <a:t>Internship Title</a:t>
            </a:r>
            <a:endParaRPr sz="1100" b="1" i="0" u="none" strike="noStrike" cap="none">
              <a:solidFill>
                <a:srgbClr val="007434"/>
              </a:solidFill>
              <a:latin typeface="Tahoma" panose="020B0604030504040204"/>
              <a:ea typeface="Tahoma" panose="020B0604030504040204"/>
              <a:cs typeface="Tahoma" panose="020B0604030504040204"/>
              <a:sym typeface="Tahoma" panose="020B0604030504040204"/>
            </a:endParaRPr>
          </a:p>
          <a:p>
            <a:pPr marL="0" marR="0" lvl="0" indent="0" algn="l" rtl="0">
              <a:lnSpc>
                <a:spcPct val="100000"/>
              </a:lnSpc>
              <a:spcBef>
                <a:spcPts val="200"/>
              </a:spcBef>
              <a:spcAft>
                <a:spcPts val="0"/>
              </a:spcAft>
              <a:buClr>
                <a:srgbClr val="1F1F1F"/>
              </a:buClr>
              <a:buSzPts val="1300"/>
              <a:buFont typeface="Tahoma" panose="020B0604030504040204"/>
              <a:buNone/>
            </a:pPr>
            <a:r>
              <a:rPr lang="en-US" sz="1300" b="0" i="0" u="none" strike="noStrike" cap="none">
                <a:solidFill>
                  <a:srgbClr val="1F1F1F"/>
                </a:solidFill>
                <a:latin typeface="Tahoma" panose="020B0604030504040204"/>
                <a:ea typeface="Tahoma" panose="020B0604030504040204"/>
                <a:cs typeface="Tahoma" panose="020B0604030504040204"/>
                <a:sym typeface="Tahoma" panose="020B0604030504040204"/>
              </a:rPr>
              <a:t>Data Science Internship – RAG-Based AI Teaching Assistant</a:t>
            </a:r>
            <a:endParaRPr sz="1300" b="0" i="0" u="none" strike="noStrike" cap="none">
              <a:solidFill>
                <a:srgbClr val="1F1F1F"/>
              </a:solidFill>
              <a:latin typeface="Tahoma" panose="020B0604030504040204"/>
              <a:ea typeface="Tahoma" panose="020B0604030504040204"/>
              <a:cs typeface="Tahoma" panose="020B0604030504040204"/>
              <a:sym typeface="Tahoma" panose="020B0604030504040204"/>
            </a:endParaRPr>
          </a:p>
        </p:txBody>
      </p:sp>
      <p:sp>
        <p:nvSpPr>
          <p:cNvPr id="70" name="Google Shape;70;p5"/>
          <p:cNvSpPr/>
          <p:nvPr/>
        </p:nvSpPr>
        <p:spPr>
          <a:xfrm>
            <a:off x="548640" y="2240280"/>
            <a:ext cx="3383280" cy="960120"/>
          </a:xfrm>
          <a:prstGeom prst="roundRect">
            <a:avLst>
              <a:gd name="adj" fmla="val 8000"/>
            </a:avLst>
          </a:prstGeom>
          <a:solidFill>
            <a:srgbClr val="E8F4EC"/>
          </a:solidFill>
          <a:ln>
            <a:noFill/>
          </a:ln>
        </p:spPr>
        <p:txBody>
          <a:bodyPr spcFirstLastPara="1" wrap="square" lIns="128000" tIns="128000" rIns="128000" bIns="128000" anchor="ctr" anchorCtr="0">
            <a:noAutofit/>
          </a:bodyPr>
          <a:lstStyle/>
          <a:p>
            <a:pPr marL="0" marR="0" lvl="0" indent="0" algn="l" rtl="0">
              <a:lnSpc>
                <a:spcPct val="100000"/>
              </a:lnSpc>
              <a:spcBef>
                <a:spcPts val="0"/>
              </a:spcBef>
              <a:spcAft>
                <a:spcPts val="0"/>
              </a:spcAft>
              <a:buClr>
                <a:srgbClr val="007434"/>
              </a:buClr>
              <a:buSzPts val="1100"/>
              <a:buFont typeface="Tahoma" panose="020B0604030504040204"/>
              <a:buNone/>
            </a:pPr>
            <a:r>
              <a:rPr lang="en-US" sz="1100" b="1" i="0" u="none" strike="noStrike" cap="none">
                <a:solidFill>
                  <a:srgbClr val="007434"/>
                </a:solidFill>
                <a:latin typeface="Tahoma" panose="020B0604030504040204"/>
                <a:ea typeface="Tahoma" panose="020B0604030504040204"/>
                <a:cs typeface="Tahoma" panose="020B0604030504040204"/>
                <a:sym typeface="Tahoma" panose="020B0604030504040204"/>
              </a:rPr>
              <a:t>Organization</a:t>
            </a:r>
            <a:endParaRPr sz="1100" b="1" i="0" u="none" strike="noStrike" cap="none">
              <a:solidFill>
                <a:srgbClr val="007434"/>
              </a:solidFill>
              <a:latin typeface="Tahoma" panose="020B0604030504040204"/>
              <a:ea typeface="Tahoma" panose="020B0604030504040204"/>
              <a:cs typeface="Tahoma" panose="020B0604030504040204"/>
              <a:sym typeface="Tahoma" panose="020B0604030504040204"/>
            </a:endParaRPr>
          </a:p>
          <a:p>
            <a:pPr marL="0" marR="0" lvl="0" indent="0" algn="l" rtl="0">
              <a:lnSpc>
                <a:spcPct val="100000"/>
              </a:lnSpc>
              <a:spcBef>
                <a:spcPts val="200"/>
              </a:spcBef>
              <a:spcAft>
                <a:spcPts val="0"/>
              </a:spcAft>
              <a:buClr>
                <a:srgbClr val="1F1F1F"/>
              </a:buClr>
              <a:buSzPts val="1300"/>
              <a:buFont typeface="Tahoma" panose="020B0604030504040204"/>
              <a:buNone/>
            </a:pPr>
            <a:r>
              <a:rPr lang="en-US" sz="1300" b="0" i="0" u="none" strike="noStrike" cap="none">
                <a:solidFill>
                  <a:srgbClr val="1F1F1F"/>
                </a:solidFill>
                <a:latin typeface="Tahoma" panose="020B0604030504040204"/>
                <a:ea typeface="Tahoma" panose="020B0604030504040204"/>
                <a:cs typeface="Tahoma" panose="020B0604030504040204"/>
                <a:sym typeface="Tahoma" panose="020B0604030504040204"/>
              </a:rPr>
              <a:t>CODTECH IT Solutions Pvt. Ltd.</a:t>
            </a:r>
            <a:endParaRPr sz="1300" b="0" i="0" u="none" strike="noStrike" cap="none">
              <a:solidFill>
                <a:srgbClr val="1F1F1F"/>
              </a:solidFill>
              <a:latin typeface="Tahoma" panose="020B0604030504040204"/>
              <a:ea typeface="Tahoma" panose="020B0604030504040204"/>
              <a:cs typeface="Tahoma" panose="020B0604030504040204"/>
              <a:sym typeface="Tahoma" panose="020B0604030504040204"/>
            </a:endParaRPr>
          </a:p>
        </p:txBody>
      </p:sp>
      <p:sp>
        <p:nvSpPr>
          <p:cNvPr id="71" name="Google Shape;71;p5"/>
          <p:cNvSpPr/>
          <p:nvPr/>
        </p:nvSpPr>
        <p:spPr>
          <a:xfrm>
            <a:off x="548640" y="3337560"/>
            <a:ext cx="3383280" cy="960120"/>
          </a:xfrm>
          <a:prstGeom prst="roundRect">
            <a:avLst>
              <a:gd name="adj" fmla="val 8000"/>
            </a:avLst>
          </a:prstGeom>
          <a:solidFill>
            <a:srgbClr val="E8F4EC"/>
          </a:solidFill>
          <a:ln>
            <a:noFill/>
          </a:ln>
        </p:spPr>
        <p:txBody>
          <a:bodyPr spcFirstLastPara="1" wrap="square" lIns="128000" tIns="128000" rIns="128000" bIns="128000" anchor="ctr" anchorCtr="0">
            <a:noAutofit/>
          </a:bodyPr>
          <a:lstStyle/>
          <a:p>
            <a:pPr marL="0" marR="0" lvl="0" indent="0" algn="l" rtl="0">
              <a:lnSpc>
                <a:spcPct val="100000"/>
              </a:lnSpc>
              <a:spcBef>
                <a:spcPts val="0"/>
              </a:spcBef>
              <a:spcAft>
                <a:spcPts val="0"/>
              </a:spcAft>
              <a:buClr>
                <a:srgbClr val="007434"/>
              </a:buClr>
              <a:buSzPts val="1100"/>
              <a:buFont typeface="Tahoma" panose="020B0604030504040204"/>
              <a:buNone/>
            </a:pPr>
            <a:r>
              <a:rPr lang="en-US" sz="1100" b="1" i="0" u="none" strike="noStrike" cap="none">
                <a:solidFill>
                  <a:srgbClr val="007434"/>
                </a:solidFill>
                <a:latin typeface="Tahoma" panose="020B0604030504040204"/>
                <a:ea typeface="Tahoma" panose="020B0604030504040204"/>
                <a:cs typeface="Tahoma" panose="020B0604030504040204"/>
                <a:sym typeface="Tahoma" panose="020B0604030504040204"/>
              </a:rPr>
              <a:t>Duration</a:t>
            </a:r>
            <a:endParaRPr sz="1100" b="1" i="0" u="none" strike="noStrike" cap="none">
              <a:solidFill>
                <a:srgbClr val="007434"/>
              </a:solidFill>
              <a:latin typeface="Tahoma" panose="020B0604030504040204"/>
              <a:ea typeface="Tahoma" panose="020B0604030504040204"/>
              <a:cs typeface="Tahoma" panose="020B0604030504040204"/>
              <a:sym typeface="Tahoma" panose="020B0604030504040204"/>
            </a:endParaRPr>
          </a:p>
          <a:p>
            <a:pPr marL="0" marR="0" lvl="0" indent="0" algn="l" rtl="0">
              <a:lnSpc>
                <a:spcPct val="100000"/>
              </a:lnSpc>
              <a:spcBef>
                <a:spcPts val="200"/>
              </a:spcBef>
              <a:spcAft>
                <a:spcPts val="0"/>
              </a:spcAft>
              <a:buClr>
                <a:srgbClr val="1F1F1F"/>
              </a:buClr>
              <a:buSzPts val="1300"/>
              <a:buFont typeface="Tahoma" panose="020B0604030504040204"/>
              <a:buNone/>
            </a:pPr>
            <a:r>
              <a:rPr lang="en-US" sz="1300" b="0" i="0" u="none" strike="noStrike" cap="none">
                <a:solidFill>
                  <a:srgbClr val="1F1F1F"/>
                </a:solidFill>
                <a:latin typeface="Tahoma" panose="020B0604030504040204"/>
                <a:ea typeface="Tahoma" panose="020B0604030504040204"/>
                <a:cs typeface="Tahoma" panose="020B0604030504040204"/>
                <a:sym typeface="Tahoma" panose="020B0604030504040204"/>
              </a:rPr>
              <a:t>4 Weeks (15 Jul – 12 Aug 2026)</a:t>
            </a:r>
            <a:endParaRPr sz="1300" b="0" i="0" u="none" strike="noStrike" cap="none">
              <a:solidFill>
                <a:srgbClr val="1F1F1F"/>
              </a:solidFill>
              <a:latin typeface="Tahoma" panose="020B0604030504040204"/>
              <a:ea typeface="Tahoma" panose="020B0604030504040204"/>
              <a:cs typeface="Tahoma" panose="020B0604030504040204"/>
              <a:sym typeface="Tahoma" panose="020B0604030504040204"/>
            </a:endParaRPr>
          </a:p>
        </p:txBody>
      </p:sp>
      <p:sp>
        <p:nvSpPr>
          <p:cNvPr id="72" name="Google Shape;72;p5"/>
          <p:cNvSpPr/>
          <p:nvPr/>
        </p:nvSpPr>
        <p:spPr>
          <a:xfrm>
            <a:off x="548640" y="4434840"/>
            <a:ext cx="3383280" cy="960120"/>
          </a:xfrm>
          <a:prstGeom prst="roundRect">
            <a:avLst>
              <a:gd name="adj" fmla="val 8000"/>
            </a:avLst>
          </a:prstGeom>
          <a:solidFill>
            <a:srgbClr val="E8F4EC"/>
          </a:solidFill>
          <a:ln>
            <a:noFill/>
          </a:ln>
        </p:spPr>
        <p:txBody>
          <a:bodyPr spcFirstLastPara="1" wrap="square" lIns="128000" tIns="128000" rIns="128000" bIns="128000" anchor="ctr" anchorCtr="0">
            <a:noAutofit/>
          </a:bodyPr>
          <a:lstStyle/>
          <a:p>
            <a:pPr marL="0" marR="0" lvl="0" indent="0" algn="l" rtl="0">
              <a:lnSpc>
                <a:spcPct val="100000"/>
              </a:lnSpc>
              <a:spcBef>
                <a:spcPts val="0"/>
              </a:spcBef>
              <a:spcAft>
                <a:spcPts val="0"/>
              </a:spcAft>
              <a:buClr>
                <a:srgbClr val="007434"/>
              </a:buClr>
              <a:buSzPts val="1100"/>
              <a:buFont typeface="Tahoma" panose="020B0604030504040204"/>
              <a:buNone/>
            </a:pPr>
            <a:r>
              <a:rPr lang="en-US" sz="1100" b="1" i="0" u="none" strike="noStrike" cap="none">
                <a:solidFill>
                  <a:srgbClr val="007434"/>
                </a:solidFill>
                <a:latin typeface="Tahoma" panose="020B0604030504040204"/>
                <a:ea typeface="Tahoma" panose="020B0604030504040204"/>
                <a:cs typeface="Tahoma" panose="020B0604030504040204"/>
                <a:sym typeface="Tahoma" panose="020B0604030504040204"/>
              </a:rPr>
              <a:t>University Guide</a:t>
            </a:r>
            <a:endParaRPr sz="1100" b="1" i="0" u="none" strike="noStrike" cap="none">
              <a:solidFill>
                <a:srgbClr val="007434"/>
              </a:solidFill>
              <a:latin typeface="Tahoma" panose="020B0604030504040204"/>
              <a:ea typeface="Tahoma" panose="020B0604030504040204"/>
              <a:cs typeface="Tahoma" panose="020B0604030504040204"/>
              <a:sym typeface="Tahoma" panose="020B0604030504040204"/>
            </a:endParaRPr>
          </a:p>
          <a:p>
            <a:pPr marL="0" marR="0" lvl="0" indent="0" algn="l" rtl="0">
              <a:lnSpc>
                <a:spcPct val="100000"/>
              </a:lnSpc>
              <a:spcBef>
                <a:spcPts val="200"/>
              </a:spcBef>
              <a:spcAft>
                <a:spcPts val="0"/>
              </a:spcAft>
              <a:buClr>
                <a:srgbClr val="1F1F1F"/>
              </a:buClr>
              <a:buSzPts val="1300"/>
              <a:buFont typeface="Tahoma" panose="020B0604030504040204"/>
              <a:buNone/>
            </a:pPr>
            <a:r>
              <a:rPr lang="en-US" sz="1300" b="0" i="0" u="none" strike="noStrike" cap="none">
                <a:solidFill>
                  <a:srgbClr val="1F1F1F"/>
                </a:solidFill>
                <a:latin typeface="Tahoma" panose="020B0604030504040204"/>
                <a:ea typeface="Tahoma" panose="020B0604030504040204"/>
                <a:cs typeface="Tahoma" panose="020B0604030504040204"/>
                <a:sym typeface="Tahoma" panose="020B0604030504040204"/>
              </a:rPr>
              <a:t>Ms. I. Sravani, Assistant Professor, CSE</a:t>
            </a:r>
            <a:endParaRPr sz="1300" b="0" i="0" u="none" strike="noStrike" cap="none">
              <a:solidFill>
                <a:srgbClr val="1F1F1F"/>
              </a:solidFill>
              <a:latin typeface="Tahoma" panose="020B0604030504040204"/>
              <a:ea typeface="Tahoma" panose="020B0604030504040204"/>
              <a:cs typeface="Tahoma" panose="020B0604030504040204"/>
              <a:sym typeface="Tahoma" panose="020B0604030504040204"/>
            </a:endParaRPr>
          </a:p>
        </p:txBody>
      </p:sp>
      <p:sp>
        <p:nvSpPr>
          <p:cNvPr id="73" name="Google Shape;73;p5"/>
          <p:cNvSpPr txBox="1"/>
          <p:nvPr/>
        </p:nvSpPr>
        <p:spPr>
          <a:xfrm>
            <a:off x="4206240" y="1097280"/>
            <a:ext cx="4389120" cy="411480"/>
          </a:xfrm>
          <a:prstGeom prst="rect">
            <a:avLst/>
          </a:prstGeom>
          <a:no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7434"/>
              </a:buClr>
              <a:buSzPts val="1600"/>
              <a:buFont typeface="Tahoma" panose="020B0604030504040204"/>
              <a:buNone/>
            </a:pPr>
            <a:r>
              <a:rPr lang="en-US" sz="1600" b="1" i="0" u="none" strike="noStrike" cap="none">
                <a:solidFill>
                  <a:srgbClr val="007434"/>
                </a:solidFill>
                <a:latin typeface="Tahoma" panose="020B0604030504040204"/>
                <a:ea typeface="Tahoma" panose="020B0604030504040204"/>
                <a:cs typeface="Tahoma" panose="020B0604030504040204"/>
                <a:sym typeface="Tahoma" panose="020B0604030504040204"/>
              </a:rPr>
              <a:t>Learning Objectives</a:t>
            </a:r>
            <a:endParaRPr sz="1600" b="1" i="0" u="none" strike="noStrike" cap="none">
              <a:solidFill>
                <a:srgbClr val="007434"/>
              </a:solidFill>
              <a:latin typeface="Tahoma" panose="020B0604030504040204"/>
              <a:ea typeface="Tahoma" panose="020B0604030504040204"/>
              <a:cs typeface="Tahoma" panose="020B0604030504040204"/>
              <a:sym typeface="Tahoma" panose="020B0604030504040204"/>
            </a:endParaRPr>
          </a:p>
        </p:txBody>
      </p:sp>
      <p:sp>
        <p:nvSpPr>
          <p:cNvPr id="74" name="Google Shape;74;p5"/>
          <p:cNvSpPr/>
          <p:nvPr/>
        </p:nvSpPr>
        <p:spPr>
          <a:xfrm>
            <a:off x="4206240" y="1600200"/>
            <a:ext cx="475488" cy="475488"/>
          </a:xfrm>
          <a:prstGeom prst="ellipse">
            <a:avLst/>
          </a:prstGeom>
          <a:solidFill>
            <a:srgbClr val="00743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Tahoma" panose="020B0604030504040204"/>
              <a:buNone/>
            </a:pPr>
            <a:r>
              <a:rPr lang="en-US" sz="1000" b="1" i="0" u="none" strike="noStrike" cap="none">
                <a:solidFill>
                  <a:srgbClr val="FFFFFF"/>
                </a:solidFill>
                <a:latin typeface="Tahoma" panose="020B0604030504040204"/>
                <a:ea typeface="Tahoma" panose="020B0604030504040204"/>
                <a:cs typeface="Tahoma" panose="020B0604030504040204"/>
                <a:sym typeface="Tahoma" panose="020B0604030504040204"/>
              </a:rPr>
              <a:t>LO1</a:t>
            </a:r>
            <a:endParaRPr sz="1000" b="1" i="0" u="none" strike="noStrike" cap="none">
              <a:solidFill>
                <a:srgbClr val="FFFFFF"/>
              </a:solidFill>
              <a:latin typeface="Tahoma" panose="020B0604030504040204"/>
              <a:ea typeface="Tahoma" panose="020B0604030504040204"/>
              <a:cs typeface="Tahoma" panose="020B0604030504040204"/>
              <a:sym typeface="Tahoma" panose="020B0604030504040204"/>
            </a:endParaRPr>
          </a:p>
        </p:txBody>
      </p:sp>
      <p:sp>
        <p:nvSpPr>
          <p:cNvPr id="75" name="Google Shape;75;p5"/>
          <p:cNvSpPr txBox="1"/>
          <p:nvPr/>
        </p:nvSpPr>
        <p:spPr>
          <a:xfrm>
            <a:off x="4800600" y="1563624"/>
            <a:ext cx="3840480" cy="548640"/>
          </a:xfrm>
          <a:prstGeom prst="rect">
            <a:avLst/>
          </a:prstGeom>
          <a:no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1F1F1F"/>
              </a:buClr>
              <a:buSzPts val="1300"/>
              <a:buFont typeface="Tahoma" panose="020B0604030504040204"/>
              <a:buNone/>
            </a:pPr>
            <a:r>
              <a:rPr lang="en-US" sz="1300" b="0" i="0" u="none" strike="noStrike" cap="none">
                <a:solidFill>
                  <a:srgbClr val="1F1F1F"/>
                </a:solidFill>
                <a:latin typeface="Tahoma" panose="020B0604030504040204"/>
                <a:ea typeface="Tahoma" panose="020B0604030504040204"/>
                <a:cs typeface="Tahoma" panose="020B0604030504040204"/>
                <a:sym typeface="Tahoma" panose="020B0604030504040204"/>
              </a:rPr>
              <a:t>Understand Retrieval-Augmented Generation</a:t>
            </a:r>
            <a:endParaRPr sz="1300" b="0" i="0" u="none" strike="noStrike" cap="none">
              <a:solidFill>
                <a:srgbClr val="1F1F1F"/>
              </a:solidFill>
              <a:latin typeface="Tahoma" panose="020B0604030504040204"/>
              <a:ea typeface="Tahoma" panose="020B0604030504040204"/>
              <a:cs typeface="Tahoma" panose="020B0604030504040204"/>
              <a:sym typeface="Tahoma" panose="020B0604030504040204"/>
            </a:endParaRPr>
          </a:p>
        </p:txBody>
      </p:sp>
      <p:sp>
        <p:nvSpPr>
          <p:cNvPr id="76" name="Google Shape;76;p5"/>
          <p:cNvSpPr/>
          <p:nvPr/>
        </p:nvSpPr>
        <p:spPr>
          <a:xfrm>
            <a:off x="4206240" y="2258568"/>
            <a:ext cx="475488" cy="475488"/>
          </a:xfrm>
          <a:prstGeom prst="ellipse">
            <a:avLst/>
          </a:prstGeom>
          <a:solidFill>
            <a:srgbClr val="00743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Tahoma" panose="020B0604030504040204"/>
              <a:buNone/>
            </a:pPr>
            <a:r>
              <a:rPr lang="en-US" sz="1000" b="1" i="0" u="none" strike="noStrike" cap="none">
                <a:solidFill>
                  <a:srgbClr val="FFFFFF"/>
                </a:solidFill>
                <a:latin typeface="Tahoma" panose="020B0604030504040204"/>
                <a:ea typeface="Tahoma" panose="020B0604030504040204"/>
                <a:cs typeface="Tahoma" panose="020B0604030504040204"/>
                <a:sym typeface="Tahoma" panose="020B0604030504040204"/>
              </a:rPr>
              <a:t>LO2</a:t>
            </a:r>
            <a:endParaRPr sz="1000" b="1" i="0" u="none" strike="noStrike" cap="none">
              <a:solidFill>
                <a:srgbClr val="FFFFFF"/>
              </a:solidFill>
              <a:latin typeface="Tahoma" panose="020B0604030504040204"/>
              <a:ea typeface="Tahoma" panose="020B0604030504040204"/>
              <a:cs typeface="Tahoma" panose="020B0604030504040204"/>
              <a:sym typeface="Tahoma" panose="020B0604030504040204"/>
            </a:endParaRPr>
          </a:p>
        </p:txBody>
      </p:sp>
      <p:sp>
        <p:nvSpPr>
          <p:cNvPr id="77" name="Google Shape;77;p5"/>
          <p:cNvSpPr txBox="1"/>
          <p:nvPr/>
        </p:nvSpPr>
        <p:spPr>
          <a:xfrm>
            <a:off x="4800600" y="2221991"/>
            <a:ext cx="3840480" cy="548640"/>
          </a:xfrm>
          <a:prstGeom prst="rect">
            <a:avLst/>
          </a:prstGeom>
          <a:no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1F1F1F"/>
              </a:buClr>
              <a:buSzPts val="1300"/>
              <a:buFont typeface="Tahoma" panose="020B0604030504040204"/>
              <a:buNone/>
            </a:pPr>
            <a:r>
              <a:rPr lang="en-US" sz="1300" b="0" i="0" u="none" strike="noStrike" cap="none">
                <a:solidFill>
                  <a:srgbClr val="1F1F1F"/>
                </a:solidFill>
                <a:latin typeface="Tahoma" panose="020B0604030504040204"/>
                <a:ea typeface="Tahoma" panose="020B0604030504040204"/>
                <a:cs typeface="Tahoma" panose="020B0604030504040204"/>
                <a:sym typeface="Tahoma" panose="020B0604030504040204"/>
              </a:rPr>
              <a:t>Prepare and chunk educational documents</a:t>
            </a:r>
            <a:endParaRPr sz="1300" b="0" i="0" u="none" strike="noStrike" cap="none">
              <a:solidFill>
                <a:srgbClr val="1F1F1F"/>
              </a:solidFill>
              <a:latin typeface="Tahoma" panose="020B0604030504040204"/>
              <a:ea typeface="Tahoma" panose="020B0604030504040204"/>
              <a:cs typeface="Tahoma" panose="020B0604030504040204"/>
              <a:sym typeface="Tahoma" panose="020B0604030504040204"/>
            </a:endParaRPr>
          </a:p>
        </p:txBody>
      </p:sp>
      <p:sp>
        <p:nvSpPr>
          <p:cNvPr id="78" name="Google Shape;78;p5"/>
          <p:cNvSpPr/>
          <p:nvPr/>
        </p:nvSpPr>
        <p:spPr>
          <a:xfrm>
            <a:off x="4206240" y="2916936"/>
            <a:ext cx="475488" cy="475488"/>
          </a:xfrm>
          <a:prstGeom prst="ellipse">
            <a:avLst/>
          </a:prstGeom>
          <a:solidFill>
            <a:srgbClr val="00743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Tahoma" panose="020B0604030504040204"/>
              <a:buNone/>
            </a:pPr>
            <a:r>
              <a:rPr lang="en-US" sz="1000" b="1" i="0" u="none" strike="noStrike" cap="none">
                <a:solidFill>
                  <a:srgbClr val="FFFFFF"/>
                </a:solidFill>
                <a:latin typeface="Tahoma" panose="020B0604030504040204"/>
                <a:ea typeface="Tahoma" panose="020B0604030504040204"/>
                <a:cs typeface="Tahoma" panose="020B0604030504040204"/>
                <a:sym typeface="Tahoma" panose="020B0604030504040204"/>
              </a:rPr>
              <a:t>LO3</a:t>
            </a:r>
            <a:endParaRPr sz="1000" b="1" i="0" u="none" strike="noStrike" cap="none">
              <a:solidFill>
                <a:srgbClr val="FFFFFF"/>
              </a:solidFill>
              <a:latin typeface="Tahoma" panose="020B0604030504040204"/>
              <a:ea typeface="Tahoma" panose="020B0604030504040204"/>
              <a:cs typeface="Tahoma" panose="020B0604030504040204"/>
              <a:sym typeface="Tahoma" panose="020B0604030504040204"/>
            </a:endParaRPr>
          </a:p>
        </p:txBody>
      </p:sp>
      <p:sp>
        <p:nvSpPr>
          <p:cNvPr id="79" name="Google Shape;79;p5"/>
          <p:cNvSpPr txBox="1"/>
          <p:nvPr/>
        </p:nvSpPr>
        <p:spPr>
          <a:xfrm>
            <a:off x="4800600" y="2880360"/>
            <a:ext cx="3840480" cy="548640"/>
          </a:xfrm>
          <a:prstGeom prst="rect">
            <a:avLst/>
          </a:prstGeom>
          <a:no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1F1F1F"/>
              </a:buClr>
              <a:buSzPts val="1300"/>
              <a:buFont typeface="Tahoma" panose="020B0604030504040204"/>
              <a:buNone/>
            </a:pPr>
            <a:r>
              <a:rPr lang="en-US" sz="1300" b="0" i="0" u="none" strike="noStrike" cap="none">
                <a:solidFill>
                  <a:srgbClr val="1F1F1F"/>
                </a:solidFill>
                <a:latin typeface="Tahoma" panose="020B0604030504040204"/>
                <a:ea typeface="Tahoma" panose="020B0604030504040204"/>
                <a:cs typeface="Tahoma" panose="020B0604030504040204"/>
                <a:sym typeface="Tahoma" panose="020B0604030504040204"/>
              </a:rPr>
              <a:t>Generate text embeddings</a:t>
            </a:r>
            <a:endParaRPr sz="1300" b="0" i="0" u="none" strike="noStrike" cap="none">
              <a:solidFill>
                <a:srgbClr val="1F1F1F"/>
              </a:solidFill>
              <a:latin typeface="Tahoma" panose="020B0604030504040204"/>
              <a:ea typeface="Tahoma" panose="020B0604030504040204"/>
              <a:cs typeface="Tahoma" panose="020B0604030504040204"/>
              <a:sym typeface="Tahoma" panose="020B0604030504040204"/>
            </a:endParaRPr>
          </a:p>
        </p:txBody>
      </p:sp>
      <p:sp>
        <p:nvSpPr>
          <p:cNvPr id="80" name="Google Shape;80;p5"/>
          <p:cNvSpPr/>
          <p:nvPr/>
        </p:nvSpPr>
        <p:spPr>
          <a:xfrm>
            <a:off x="4206240" y="3575304"/>
            <a:ext cx="475488" cy="475488"/>
          </a:xfrm>
          <a:prstGeom prst="ellipse">
            <a:avLst/>
          </a:prstGeom>
          <a:solidFill>
            <a:srgbClr val="00743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Tahoma" panose="020B0604030504040204"/>
              <a:buNone/>
            </a:pPr>
            <a:r>
              <a:rPr lang="en-US" sz="1000" b="1" i="0" u="none" strike="noStrike" cap="none">
                <a:solidFill>
                  <a:srgbClr val="FFFFFF"/>
                </a:solidFill>
                <a:latin typeface="Tahoma" panose="020B0604030504040204"/>
                <a:ea typeface="Tahoma" panose="020B0604030504040204"/>
                <a:cs typeface="Tahoma" panose="020B0604030504040204"/>
                <a:sym typeface="Tahoma" panose="020B0604030504040204"/>
              </a:rPr>
              <a:t>LO4</a:t>
            </a:r>
            <a:endParaRPr sz="1000" b="1" i="0" u="none" strike="noStrike" cap="none">
              <a:solidFill>
                <a:srgbClr val="FFFFFF"/>
              </a:solidFill>
              <a:latin typeface="Tahoma" panose="020B0604030504040204"/>
              <a:ea typeface="Tahoma" panose="020B0604030504040204"/>
              <a:cs typeface="Tahoma" panose="020B0604030504040204"/>
              <a:sym typeface="Tahoma" panose="020B0604030504040204"/>
            </a:endParaRPr>
          </a:p>
        </p:txBody>
      </p:sp>
      <p:sp>
        <p:nvSpPr>
          <p:cNvPr id="81" name="Google Shape;81;p5"/>
          <p:cNvSpPr txBox="1"/>
          <p:nvPr/>
        </p:nvSpPr>
        <p:spPr>
          <a:xfrm>
            <a:off x="4800600" y="3538728"/>
            <a:ext cx="3840480" cy="548640"/>
          </a:xfrm>
          <a:prstGeom prst="rect">
            <a:avLst/>
          </a:prstGeom>
          <a:no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1F1F1F"/>
              </a:buClr>
              <a:buSzPts val="1300"/>
              <a:buFont typeface="Tahoma" panose="020B0604030504040204"/>
              <a:buNone/>
            </a:pPr>
            <a:r>
              <a:rPr lang="en-US" sz="1300" b="0" i="0" u="none" strike="noStrike" cap="none">
                <a:solidFill>
                  <a:srgbClr val="1F1F1F"/>
                </a:solidFill>
                <a:latin typeface="Tahoma" panose="020B0604030504040204"/>
                <a:ea typeface="Tahoma" panose="020B0604030504040204"/>
                <a:cs typeface="Tahoma" panose="020B0604030504040204"/>
                <a:sym typeface="Tahoma" panose="020B0604030504040204"/>
              </a:rPr>
              <a:t>Retrieve relevant passages by similarity</a:t>
            </a:r>
            <a:endParaRPr sz="1300" b="0" i="0" u="none" strike="noStrike" cap="none">
              <a:solidFill>
                <a:srgbClr val="1F1F1F"/>
              </a:solidFill>
              <a:latin typeface="Tahoma" panose="020B0604030504040204"/>
              <a:ea typeface="Tahoma" panose="020B0604030504040204"/>
              <a:cs typeface="Tahoma" panose="020B0604030504040204"/>
              <a:sym typeface="Tahoma" panose="020B0604030504040204"/>
            </a:endParaRPr>
          </a:p>
        </p:txBody>
      </p:sp>
      <p:sp>
        <p:nvSpPr>
          <p:cNvPr id="82" name="Google Shape;82;p5"/>
          <p:cNvSpPr/>
          <p:nvPr/>
        </p:nvSpPr>
        <p:spPr>
          <a:xfrm>
            <a:off x="4206240" y="4233672"/>
            <a:ext cx="475488" cy="475488"/>
          </a:xfrm>
          <a:prstGeom prst="ellipse">
            <a:avLst/>
          </a:prstGeom>
          <a:solidFill>
            <a:srgbClr val="00743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Tahoma" panose="020B0604030504040204"/>
              <a:buNone/>
            </a:pPr>
            <a:r>
              <a:rPr lang="en-US" sz="1000" b="1" i="0" u="none" strike="noStrike" cap="none">
                <a:solidFill>
                  <a:srgbClr val="FFFFFF"/>
                </a:solidFill>
                <a:latin typeface="Tahoma" panose="020B0604030504040204"/>
                <a:ea typeface="Tahoma" panose="020B0604030504040204"/>
                <a:cs typeface="Tahoma" panose="020B0604030504040204"/>
                <a:sym typeface="Tahoma" panose="020B0604030504040204"/>
              </a:rPr>
              <a:t>LO5</a:t>
            </a:r>
            <a:endParaRPr sz="1000" b="1" i="0" u="none" strike="noStrike" cap="none">
              <a:solidFill>
                <a:srgbClr val="FFFFFF"/>
              </a:solidFill>
              <a:latin typeface="Tahoma" panose="020B0604030504040204"/>
              <a:ea typeface="Tahoma" panose="020B0604030504040204"/>
              <a:cs typeface="Tahoma" panose="020B0604030504040204"/>
              <a:sym typeface="Tahoma" panose="020B0604030504040204"/>
            </a:endParaRPr>
          </a:p>
        </p:txBody>
      </p:sp>
      <p:sp>
        <p:nvSpPr>
          <p:cNvPr id="83" name="Google Shape;83;p5"/>
          <p:cNvSpPr txBox="1"/>
          <p:nvPr/>
        </p:nvSpPr>
        <p:spPr>
          <a:xfrm>
            <a:off x="4800600" y="4197096"/>
            <a:ext cx="3840480" cy="548640"/>
          </a:xfrm>
          <a:prstGeom prst="rect">
            <a:avLst/>
          </a:prstGeom>
          <a:no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1F1F1F"/>
              </a:buClr>
              <a:buSzPts val="1300"/>
              <a:buFont typeface="Tahoma" panose="020B0604030504040204"/>
              <a:buNone/>
            </a:pPr>
            <a:r>
              <a:rPr lang="en-US" sz="1300" b="0" i="0" u="none" strike="noStrike" cap="none">
                <a:solidFill>
                  <a:srgbClr val="1F1F1F"/>
                </a:solidFill>
                <a:latin typeface="Tahoma" panose="020B0604030504040204"/>
                <a:ea typeface="Tahoma" panose="020B0604030504040204"/>
                <a:cs typeface="Tahoma" panose="020B0604030504040204"/>
                <a:sym typeface="Tahoma" panose="020B0604030504040204"/>
              </a:rPr>
              <a:t>Generate context-based answers with an LLM</a:t>
            </a:r>
            <a:endParaRPr sz="1300" b="0" i="0" u="none" strike="noStrike" cap="none">
              <a:solidFill>
                <a:srgbClr val="1F1F1F"/>
              </a:solidFill>
              <a:latin typeface="Tahoma" panose="020B0604030504040204"/>
              <a:ea typeface="Tahoma" panose="020B0604030504040204"/>
              <a:cs typeface="Tahoma" panose="020B0604030504040204"/>
              <a:sym typeface="Tahoma" panose="020B0604030504040204"/>
            </a:endParaRPr>
          </a:p>
        </p:txBody>
      </p:sp>
      <p:sp>
        <p:nvSpPr>
          <p:cNvPr id="84" name="Google Shape;84;p5"/>
          <p:cNvSpPr/>
          <p:nvPr/>
        </p:nvSpPr>
        <p:spPr>
          <a:xfrm>
            <a:off x="4206240" y="4892040"/>
            <a:ext cx="475488" cy="475488"/>
          </a:xfrm>
          <a:prstGeom prst="ellipse">
            <a:avLst/>
          </a:prstGeom>
          <a:solidFill>
            <a:srgbClr val="00743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Tahoma" panose="020B0604030504040204"/>
              <a:buNone/>
            </a:pPr>
            <a:r>
              <a:rPr lang="en-US" sz="1000" b="1" i="0" u="none" strike="noStrike" cap="none">
                <a:solidFill>
                  <a:srgbClr val="FFFFFF"/>
                </a:solidFill>
                <a:latin typeface="Tahoma" panose="020B0604030504040204"/>
                <a:ea typeface="Tahoma" panose="020B0604030504040204"/>
                <a:cs typeface="Tahoma" panose="020B0604030504040204"/>
                <a:sym typeface="Tahoma" panose="020B0604030504040204"/>
              </a:rPr>
              <a:t>LO6</a:t>
            </a:r>
            <a:endParaRPr sz="1000" b="1" i="0" u="none" strike="noStrike" cap="none">
              <a:solidFill>
                <a:srgbClr val="FFFFFF"/>
              </a:solidFill>
              <a:latin typeface="Tahoma" panose="020B0604030504040204"/>
              <a:ea typeface="Tahoma" panose="020B0604030504040204"/>
              <a:cs typeface="Tahoma" panose="020B0604030504040204"/>
              <a:sym typeface="Tahoma" panose="020B0604030504040204"/>
            </a:endParaRPr>
          </a:p>
        </p:txBody>
      </p:sp>
      <p:sp>
        <p:nvSpPr>
          <p:cNvPr id="85" name="Google Shape;85;p5"/>
          <p:cNvSpPr txBox="1"/>
          <p:nvPr/>
        </p:nvSpPr>
        <p:spPr>
          <a:xfrm>
            <a:off x="4800600" y="4855464"/>
            <a:ext cx="3840480" cy="548640"/>
          </a:xfrm>
          <a:prstGeom prst="rect">
            <a:avLst/>
          </a:prstGeom>
          <a:no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1F1F1F"/>
              </a:buClr>
              <a:buSzPts val="1300"/>
              <a:buFont typeface="Tahoma" panose="020B0604030504040204"/>
              <a:buNone/>
            </a:pPr>
            <a:r>
              <a:rPr lang="en-US" sz="1300" b="0" i="0" u="none" strike="noStrike" cap="none">
                <a:solidFill>
                  <a:srgbClr val="1F1F1F"/>
                </a:solidFill>
                <a:latin typeface="Tahoma" panose="020B0604030504040204"/>
                <a:ea typeface="Tahoma" panose="020B0604030504040204"/>
                <a:cs typeface="Tahoma" panose="020B0604030504040204"/>
                <a:sym typeface="Tahoma" panose="020B0604030504040204"/>
              </a:rPr>
              <a:t>Test and evaluate the application</a:t>
            </a:r>
            <a:endParaRPr sz="1300" b="0" i="0" u="none" strike="noStrike" cap="none">
              <a:solidFill>
                <a:srgbClr val="1F1F1F"/>
              </a:solidFill>
              <a:latin typeface="Tahoma" panose="020B0604030504040204"/>
              <a:ea typeface="Tahoma" panose="020B0604030504040204"/>
              <a:cs typeface="Tahoma" panose="020B0604030504040204"/>
              <a:sym typeface="Tahoma" panose="020B060403050404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89" name="Shape 89"/>
        <p:cNvGrpSpPr/>
        <p:nvPr/>
      </p:nvGrpSpPr>
      <p:grpSpPr>
        <a:xfrm>
          <a:off x="0" y="0"/>
          <a:ext cx="0" cy="0"/>
          <a:chOff x="0" y="0"/>
          <a:chExt cx="0" cy="0"/>
        </a:xfrm>
      </p:grpSpPr>
      <p:sp>
        <p:nvSpPr>
          <p:cNvPr id="90" name="Google Shape;90;p6"/>
          <p:cNvSpPr txBox="1"/>
          <p:nvPr>
            <p:ph type="title"/>
          </p:nvPr>
        </p:nvSpPr>
        <p:spPr>
          <a:xfrm>
            <a:off x="457200" y="274640"/>
            <a:ext cx="8229600" cy="6804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B050"/>
              </a:buClr>
              <a:buSzPts val="2600"/>
              <a:buFont typeface="Tahoma" panose="020B0604030504040204"/>
              <a:buNone/>
            </a:pPr>
            <a:r>
              <a:rPr lang="en-US"/>
              <a:t>3.1 Description of the Company</a:t>
            </a:r>
            <a:endParaRPr lang="en-US"/>
          </a:p>
        </p:txBody>
      </p:sp>
      <p:sp>
        <p:nvSpPr>
          <p:cNvPr id="91" name="Google Shape;91;p6"/>
          <p:cNvSpPr txBox="1"/>
          <p:nvPr>
            <p:ph type="sldNum" idx="12"/>
          </p:nvPr>
        </p:nvSpPr>
        <p:spPr>
          <a:xfrm>
            <a:off x="4648200" y="6266141"/>
            <a:ext cx="2057400" cy="365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fld>
            <a:endParaRPr lang="en-US"/>
          </a:p>
        </p:txBody>
      </p:sp>
      <p:sp>
        <p:nvSpPr>
          <p:cNvPr id="92" name="Google Shape;92;p6"/>
          <p:cNvSpPr txBox="1"/>
          <p:nvPr/>
        </p:nvSpPr>
        <p:spPr>
          <a:xfrm>
            <a:off x="548640" y="1097280"/>
            <a:ext cx="8046600" cy="1234500"/>
          </a:xfrm>
          <a:prstGeom prst="rect">
            <a:avLst/>
          </a:prstGeom>
          <a:noFill/>
          <a:ln>
            <a:noFill/>
          </a:ln>
        </p:spPr>
        <p:txBody>
          <a:bodyPr spcFirstLastPara="1" wrap="square" lIns="91425" tIns="91425" rIns="91425" bIns="91425" anchor="t" anchorCtr="0">
            <a:noAutofit/>
          </a:bodyPr>
          <a:lstStyle/>
          <a:p>
            <a:pPr marL="0" marR="0" lvl="0" indent="0" algn="l" rtl="0">
              <a:lnSpc>
                <a:spcPct val="105000"/>
              </a:lnSpc>
              <a:spcBef>
                <a:spcPts val="0"/>
              </a:spcBef>
              <a:spcAft>
                <a:spcPts val="0"/>
              </a:spcAft>
              <a:buClr>
                <a:srgbClr val="1F1F1F"/>
              </a:buClr>
              <a:buSzPts val="1300"/>
              <a:buFont typeface="Tahoma" panose="020B0604030504040204"/>
              <a:buNone/>
            </a:pPr>
            <a:r>
              <a:rPr lang="en-US" sz="1300" b="0" i="0" u="none" strike="noStrike" cap="none">
                <a:solidFill>
                  <a:srgbClr val="1F1F1F"/>
                </a:solidFill>
                <a:latin typeface="Tahoma" panose="020B0604030504040204"/>
                <a:ea typeface="Tahoma" panose="020B0604030504040204"/>
                <a:cs typeface="Tahoma" panose="020B0604030504040204"/>
                <a:sym typeface="Tahoma" panose="020B0604030504040204"/>
              </a:rPr>
              <a:t>CODTECH IT Solutions Private Limited is a technology-oriented organization that provides digital solutions and promotes technical skill development through its services and internship programs. Its website describes website design, mobile and web application development, industrial training and student internships. This Data Science internship ran from 15 July 2026 to 12 August 2026, as stated in the internship certificate.</a:t>
            </a:r>
            <a:endParaRPr sz="1300" b="0" i="0" u="none" strike="noStrike" cap="none">
              <a:solidFill>
                <a:srgbClr val="1F1F1F"/>
              </a:solidFill>
              <a:latin typeface="Tahoma" panose="020B0604030504040204"/>
              <a:ea typeface="Tahoma" panose="020B0604030504040204"/>
              <a:cs typeface="Tahoma" panose="020B0604030504040204"/>
              <a:sym typeface="Tahoma" panose="020B0604030504040204"/>
            </a:endParaRPr>
          </a:p>
        </p:txBody>
      </p:sp>
      <p:sp>
        <p:nvSpPr>
          <p:cNvPr id="320" name="Company"/>
          <p:cNvSpPr/>
          <p:nvPr/>
        </p:nvSpPr>
        <p:spPr>
          <a:xfrm>
            <a:off x="2743200" y="2514600"/>
            <a:ext cx="3657600" cy="548640"/>
          </a:xfrm>
          <a:prstGeom prst="roundRect">
            <a:avLst>
              <a:gd name="adj" fmla="val 8000"/>
            </a:avLst>
          </a:prstGeom>
          <a:solidFill>
            <a:srgbClr val="007434"/>
          </a:solidFill>
          <a:ln>
            <a:noFill/>
          </a:ln>
        </p:spPr>
        <p:txBody>
          <a:bodyPr wrap="square" lIns="45700" tIns="45700" rIns="45700" bIns="45700" anchor="ctr">
            <a:noAutofit/>
          </a:bodyPr>
          <a:lstStyle/>
          <a:p>
            <a:pPr marL="0" indent="0" algn="ctr">
              <a:lnSpc>
                <a:spcPct val="100000"/>
              </a:lnSpc>
              <a:spcBef>
                <a:spcPts val="0"/>
              </a:spcBef>
              <a:spcAft>
                <a:spcPts val="0"/>
              </a:spcAft>
              <a:buNone/>
            </a:pPr>
            <a:r>
              <a:rPr lang="en-US" sz="1300" b="1" i="0">
                <a:solidFill>
                  <a:srgbClr val="FFFFFF"/>
                </a:solidFill>
                <a:latin typeface="Tahoma" panose="020B0604030504040204"/>
                <a:ea typeface="Tahoma" panose="020B0604030504040204"/>
                <a:cs typeface="Tahoma" panose="020B0604030504040204"/>
                <a:sym typeface="Tahoma" panose="020B0604030504040204"/>
              </a:rPr>
              <a:t>CODTECH IT Solutions Pvt. Ltd.</a:t>
            </a:r>
            <a:endParaRPr lang="en-US" sz="1300" b="1" i="0">
              <a:solidFill>
                <a:srgbClr val="FFFFFF"/>
              </a:solidFill>
              <a:latin typeface="Tahoma" panose="020B0604030504040204"/>
              <a:ea typeface="Tahoma" panose="020B0604030504040204"/>
              <a:cs typeface="Tahoma" panose="020B0604030504040204"/>
              <a:sym typeface="Tahoma" panose="020B0604030504040204"/>
            </a:endParaRPr>
          </a:p>
        </p:txBody>
      </p:sp>
      <p:cxnSp>
        <p:nvCxnSpPr>
          <p:cNvPr id="321" name="Connector 321"/>
          <p:cNvCxnSpPr/>
          <p:nvPr/>
        </p:nvCxnSpPr>
        <p:spPr>
          <a:xfrm>
            <a:off x="4572000" y="3063240"/>
            <a:ext cx="0" cy="228600"/>
          </a:xfrm>
          <a:prstGeom prst="line">
            <a:avLst/>
          </a:prstGeom>
          <a:ln w="15875">
            <a:solidFill>
              <a:srgbClr val="007434"/>
            </a:solidFill>
          </a:ln>
        </p:spPr>
      </p:cxnSp>
      <p:cxnSp>
        <p:nvCxnSpPr>
          <p:cNvPr id="322" name="Connector 322"/>
          <p:cNvCxnSpPr/>
          <p:nvPr/>
        </p:nvCxnSpPr>
        <p:spPr>
          <a:xfrm>
            <a:off x="1485900" y="3291840"/>
            <a:ext cx="6172200" cy="0"/>
          </a:xfrm>
          <a:prstGeom prst="line">
            <a:avLst/>
          </a:prstGeom>
          <a:ln w="15875">
            <a:solidFill>
              <a:srgbClr val="007434"/>
            </a:solidFill>
          </a:ln>
        </p:spPr>
      </p:cxnSp>
      <p:cxnSp>
        <p:nvCxnSpPr>
          <p:cNvPr id="323" name="Connector 323"/>
          <p:cNvCxnSpPr/>
          <p:nvPr/>
        </p:nvCxnSpPr>
        <p:spPr>
          <a:xfrm>
            <a:off x="1485900" y="3291840"/>
            <a:ext cx="0" cy="228600"/>
          </a:xfrm>
          <a:prstGeom prst="line">
            <a:avLst/>
          </a:prstGeom>
          <a:ln w="15875">
            <a:solidFill>
              <a:srgbClr val="007434"/>
            </a:solidFill>
          </a:ln>
        </p:spPr>
      </p:cxnSp>
      <p:sp>
        <p:nvSpPr>
          <p:cNvPr id="330" name="Service Website Design"/>
          <p:cNvSpPr/>
          <p:nvPr/>
        </p:nvSpPr>
        <p:spPr>
          <a:xfrm>
            <a:off x="548640" y="3520440"/>
            <a:ext cx="1874519" cy="685800"/>
          </a:xfrm>
          <a:prstGeom prst="roundRect">
            <a:avLst>
              <a:gd name="adj" fmla="val 8000"/>
            </a:avLst>
          </a:prstGeom>
          <a:solidFill>
            <a:srgbClr val="E8F4EC"/>
          </a:solidFill>
          <a:ln>
            <a:noFill/>
          </a:ln>
        </p:spPr>
        <p:txBody>
          <a:bodyPr wrap="square" lIns="45700" tIns="45700" rIns="45700" bIns="45700" anchor="ctr">
            <a:noAutofit/>
          </a:bodyPr>
          <a:lstStyle/>
          <a:p>
            <a:pPr marL="0" indent="0" algn="ctr">
              <a:lnSpc>
                <a:spcPct val="100000"/>
              </a:lnSpc>
              <a:spcBef>
                <a:spcPts val="0"/>
              </a:spcBef>
              <a:spcAft>
                <a:spcPts val="0"/>
              </a:spcAft>
              <a:buNone/>
            </a:pPr>
            <a:r>
              <a:rPr lang="en-US" sz="1200" b="1" i="0">
                <a:solidFill>
                  <a:srgbClr val="007434"/>
                </a:solidFill>
                <a:latin typeface="Tahoma" panose="020B0604030504040204"/>
                <a:ea typeface="Tahoma" panose="020B0604030504040204"/>
                <a:cs typeface="Tahoma" panose="020B0604030504040204"/>
                <a:sym typeface="Tahoma" panose="020B0604030504040204"/>
              </a:rPr>
              <a:t>Website Design</a:t>
            </a:r>
            <a:endParaRPr lang="en-US" sz="1200" b="1" i="0">
              <a:solidFill>
                <a:srgbClr val="007434"/>
              </a:solidFill>
              <a:latin typeface="Tahoma" panose="020B0604030504040204"/>
              <a:ea typeface="Tahoma" panose="020B0604030504040204"/>
              <a:cs typeface="Tahoma" panose="020B0604030504040204"/>
              <a:sym typeface="Tahoma" panose="020B0604030504040204"/>
            </a:endParaRPr>
          </a:p>
        </p:txBody>
      </p:sp>
      <p:cxnSp>
        <p:nvCxnSpPr>
          <p:cNvPr id="324" name="Connector 324"/>
          <p:cNvCxnSpPr/>
          <p:nvPr/>
        </p:nvCxnSpPr>
        <p:spPr>
          <a:xfrm>
            <a:off x="3543300" y="3291840"/>
            <a:ext cx="0" cy="228600"/>
          </a:xfrm>
          <a:prstGeom prst="line">
            <a:avLst/>
          </a:prstGeom>
          <a:ln w="15875">
            <a:solidFill>
              <a:srgbClr val="007434"/>
            </a:solidFill>
          </a:ln>
        </p:spPr>
      </p:cxnSp>
      <p:sp>
        <p:nvSpPr>
          <p:cNvPr id="331" name="Service Mobile &amp; Web App Development"/>
          <p:cNvSpPr/>
          <p:nvPr/>
        </p:nvSpPr>
        <p:spPr>
          <a:xfrm>
            <a:off x="2606040" y="3520440"/>
            <a:ext cx="1874519" cy="685800"/>
          </a:xfrm>
          <a:prstGeom prst="roundRect">
            <a:avLst>
              <a:gd name="adj" fmla="val 8000"/>
            </a:avLst>
          </a:prstGeom>
          <a:solidFill>
            <a:srgbClr val="E8F4EC"/>
          </a:solidFill>
          <a:ln>
            <a:noFill/>
          </a:ln>
        </p:spPr>
        <p:txBody>
          <a:bodyPr wrap="square" lIns="45700" tIns="45700" rIns="45700" bIns="45700" anchor="ctr">
            <a:noAutofit/>
          </a:bodyPr>
          <a:lstStyle/>
          <a:p>
            <a:pPr marL="0" indent="0" algn="ctr">
              <a:lnSpc>
                <a:spcPct val="100000"/>
              </a:lnSpc>
              <a:spcBef>
                <a:spcPts val="0"/>
              </a:spcBef>
              <a:spcAft>
                <a:spcPts val="0"/>
              </a:spcAft>
              <a:buNone/>
            </a:pPr>
            <a:r>
              <a:rPr lang="en-US" sz="1200" b="1" i="0">
                <a:solidFill>
                  <a:srgbClr val="007434"/>
                </a:solidFill>
                <a:latin typeface="Tahoma" panose="020B0604030504040204"/>
                <a:ea typeface="Tahoma" panose="020B0604030504040204"/>
                <a:cs typeface="Tahoma" panose="020B0604030504040204"/>
                <a:sym typeface="Tahoma" panose="020B0604030504040204"/>
              </a:rPr>
              <a:t>Mobile &amp; Web App Development</a:t>
            </a:r>
            <a:endParaRPr lang="en-US" sz="1200" b="1" i="0">
              <a:solidFill>
                <a:srgbClr val="007434"/>
              </a:solidFill>
              <a:latin typeface="Tahoma" panose="020B0604030504040204"/>
              <a:ea typeface="Tahoma" panose="020B0604030504040204"/>
              <a:cs typeface="Tahoma" panose="020B0604030504040204"/>
              <a:sym typeface="Tahoma" panose="020B0604030504040204"/>
            </a:endParaRPr>
          </a:p>
        </p:txBody>
      </p:sp>
      <p:cxnSp>
        <p:nvCxnSpPr>
          <p:cNvPr id="325" name="Connector 325"/>
          <p:cNvCxnSpPr/>
          <p:nvPr/>
        </p:nvCxnSpPr>
        <p:spPr>
          <a:xfrm>
            <a:off x="5600700" y="3291840"/>
            <a:ext cx="0" cy="228600"/>
          </a:xfrm>
          <a:prstGeom prst="line">
            <a:avLst/>
          </a:prstGeom>
          <a:ln w="15875">
            <a:solidFill>
              <a:srgbClr val="007434"/>
            </a:solidFill>
          </a:ln>
        </p:spPr>
      </p:cxnSp>
      <p:sp>
        <p:nvSpPr>
          <p:cNvPr id="332" name="Service Industrial Training"/>
          <p:cNvSpPr/>
          <p:nvPr/>
        </p:nvSpPr>
        <p:spPr>
          <a:xfrm>
            <a:off x="4663440" y="3520440"/>
            <a:ext cx="1874519" cy="685800"/>
          </a:xfrm>
          <a:prstGeom prst="roundRect">
            <a:avLst>
              <a:gd name="adj" fmla="val 8000"/>
            </a:avLst>
          </a:prstGeom>
          <a:solidFill>
            <a:srgbClr val="E8F4EC"/>
          </a:solidFill>
          <a:ln>
            <a:noFill/>
          </a:ln>
        </p:spPr>
        <p:txBody>
          <a:bodyPr wrap="square" lIns="45700" tIns="45700" rIns="45700" bIns="45700" anchor="ctr">
            <a:noAutofit/>
          </a:bodyPr>
          <a:lstStyle/>
          <a:p>
            <a:pPr marL="0" indent="0" algn="ctr">
              <a:lnSpc>
                <a:spcPct val="100000"/>
              </a:lnSpc>
              <a:spcBef>
                <a:spcPts val="0"/>
              </a:spcBef>
              <a:spcAft>
                <a:spcPts val="0"/>
              </a:spcAft>
              <a:buNone/>
            </a:pPr>
            <a:r>
              <a:rPr lang="en-US" sz="1200" b="1" i="0">
                <a:solidFill>
                  <a:srgbClr val="007434"/>
                </a:solidFill>
                <a:latin typeface="Tahoma" panose="020B0604030504040204"/>
                <a:ea typeface="Tahoma" panose="020B0604030504040204"/>
                <a:cs typeface="Tahoma" panose="020B0604030504040204"/>
                <a:sym typeface="Tahoma" panose="020B0604030504040204"/>
              </a:rPr>
              <a:t>Industrial Training</a:t>
            </a:r>
            <a:endParaRPr lang="en-US" sz="1200" b="1" i="0">
              <a:solidFill>
                <a:srgbClr val="007434"/>
              </a:solidFill>
              <a:latin typeface="Tahoma" panose="020B0604030504040204"/>
              <a:ea typeface="Tahoma" panose="020B0604030504040204"/>
              <a:cs typeface="Tahoma" panose="020B0604030504040204"/>
              <a:sym typeface="Tahoma" panose="020B0604030504040204"/>
            </a:endParaRPr>
          </a:p>
        </p:txBody>
      </p:sp>
      <p:cxnSp>
        <p:nvCxnSpPr>
          <p:cNvPr id="326" name="Connector 326"/>
          <p:cNvCxnSpPr/>
          <p:nvPr/>
        </p:nvCxnSpPr>
        <p:spPr>
          <a:xfrm>
            <a:off x="7658100" y="3291840"/>
            <a:ext cx="0" cy="228600"/>
          </a:xfrm>
          <a:prstGeom prst="line">
            <a:avLst/>
          </a:prstGeom>
          <a:ln w="15875">
            <a:solidFill>
              <a:srgbClr val="007434"/>
            </a:solidFill>
          </a:ln>
        </p:spPr>
      </p:cxnSp>
      <p:sp>
        <p:nvSpPr>
          <p:cNvPr id="333" name="Service Student Internships"/>
          <p:cNvSpPr/>
          <p:nvPr/>
        </p:nvSpPr>
        <p:spPr>
          <a:xfrm>
            <a:off x="6720840" y="3520440"/>
            <a:ext cx="1874519" cy="685800"/>
          </a:xfrm>
          <a:prstGeom prst="roundRect">
            <a:avLst>
              <a:gd name="adj" fmla="val 8000"/>
            </a:avLst>
          </a:prstGeom>
          <a:solidFill>
            <a:srgbClr val="E8F4EC"/>
          </a:solidFill>
          <a:ln>
            <a:noFill/>
          </a:ln>
        </p:spPr>
        <p:txBody>
          <a:bodyPr wrap="square" lIns="45700" tIns="45700" rIns="45700" bIns="45700" anchor="ctr">
            <a:noAutofit/>
          </a:bodyPr>
          <a:lstStyle/>
          <a:p>
            <a:pPr marL="0" indent="0" algn="ctr">
              <a:lnSpc>
                <a:spcPct val="100000"/>
              </a:lnSpc>
              <a:spcBef>
                <a:spcPts val="0"/>
              </a:spcBef>
              <a:spcAft>
                <a:spcPts val="0"/>
              </a:spcAft>
              <a:buNone/>
            </a:pPr>
            <a:r>
              <a:rPr lang="en-US" sz="1200" b="1" i="0">
                <a:solidFill>
                  <a:srgbClr val="007434"/>
                </a:solidFill>
                <a:latin typeface="Tahoma" panose="020B0604030504040204"/>
                <a:ea typeface="Tahoma" panose="020B0604030504040204"/>
                <a:cs typeface="Tahoma" panose="020B0604030504040204"/>
                <a:sym typeface="Tahoma" panose="020B0604030504040204"/>
              </a:rPr>
              <a:t>Student Internships</a:t>
            </a:r>
            <a:endParaRPr lang="en-US" sz="1200" b="1" i="0">
              <a:solidFill>
                <a:srgbClr val="007434"/>
              </a:solidFill>
              <a:latin typeface="Tahoma" panose="020B0604030504040204"/>
              <a:ea typeface="Tahoma" panose="020B0604030504040204"/>
              <a:cs typeface="Tahoma" panose="020B0604030504040204"/>
              <a:sym typeface="Tahoma" panose="020B0604030504040204"/>
            </a:endParaRPr>
          </a:p>
        </p:txBody>
      </p:sp>
      <p:sp>
        <p:nvSpPr>
          <p:cNvPr id="340" name="Domains label"/>
          <p:cNvSpPr txBox="1"/>
          <p:nvPr/>
        </p:nvSpPr>
        <p:spPr>
          <a:xfrm>
            <a:off x="548640" y="4389120"/>
            <a:ext cx="8046720" cy="320040"/>
          </a:xfrm>
          <a:prstGeom prst="rect">
            <a:avLst/>
          </a:prstGeom>
          <a:noFill/>
          <a:ln>
            <a:noFill/>
          </a:ln>
        </p:spPr>
        <p:txBody>
          <a:bodyPr wrap="square" lIns="45700" tIns="45700" rIns="45700" bIns="45700" anchor="ctr">
            <a:noAutofit/>
          </a:bodyPr>
          <a:lstStyle/>
          <a:p>
            <a:pPr marL="0" indent="0" algn="l">
              <a:lnSpc>
                <a:spcPct val="100000"/>
              </a:lnSpc>
              <a:spcBef>
                <a:spcPts val="0"/>
              </a:spcBef>
              <a:spcAft>
                <a:spcPts val="0"/>
              </a:spcAft>
              <a:buNone/>
            </a:pPr>
            <a:r>
              <a:rPr lang="en-US" sz="1200" b="1" i="0">
                <a:solidFill>
                  <a:srgbClr val="1F1F1F"/>
                </a:solidFill>
                <a:latin typeface="Tahoma" panose="020B0604030504040204"/>
                <a:ea typeface="Tahoma" panose="020B0604030504040204"/>
                <a:cs typeface="Tahoma" panose="020B0604030504040204"/>
                <a:sym typeface="Tahoma" panose="020B0604030504040204"/>
              </a:rPr>
              <a:t>Internship domains listed on the company website</a:t>
            </a:r>
            <a:endParaRPr lang="en-US" sz="1200" b="1" i="0">
              <a:solidFill>
                <a:srgbClr val="1F1F1F"/>
              </a:solidFill>
              <a:latin typeface="Tahoma" panose="020B0604030504040204"/>
              <a:ea typeface="Tahoma" panose="020B0604030504040204"/>
              <a:cs typeface="Tahoma" panose="020B0604030504040204"/>
              <a:sym typeface="Tahoma" panose="020B0604030504040204"/>
            </a:endParaRPr>
          </a:p>
        </p:txBody>
      </p:sp>
      <p:sp>
        <p:nvSpPr>
          <p:cNvPr id="341" name="Domain Data Science"/>
          <p:cNvSpPr/>
          <p:nvPr/>
        </p:nvSpPr>
        <p:spPr>
          <a:xfrm>
            <a:off x="548640" y="4800600"/>
            <a:ext cx="1499616" cy="640080"/>
          </a:xfrm>
          <a:prstGeom prst="roundRect">
            <a:avLst>
              <a:gd name="adj" fmla="val 8000"/>
            </a:avLst>
          </a:prstGeom>
          <a:solidFill>
            <a:srgbClr val="007434"/>
          </a:solidFill>
          <a:ln>
            <a:noFill/>
          </a:ln>
        </p:spPr>
        <p:txBody>
          <a:bodyPr wrap="square" lIns="45700" tIns="45700" rIns="45700" bIns="45700" anchor="ctr">
            <a:noAutofit/>
          </a:bodyPr>
          <a:lstStyle/>
          <a:p>
            <a:pPr marL="0" indent="0" algn="ctr">
              <a:lnSpc>
                <a:spcPct val="100000"/>
              </a:lnSpc>
              <a:spcBef>
                <a:spcPts val="0"/>
              </a:spcBef>
              <a:spcAft>
                <a:spcPts val="0"/>
              </a:spcAft>
              <a:buNone/>
            </a:pPr>
            <a:r>
              <a:rPr lang="en-US" sz="1200" b="1" i="0">
                <a:solidFill>
                  <a:srgbClr val="FFFFFF"/>
                </a:solidFill>
                <a:latin typeface="Tahoma" panose="020B0604030504040204"/>
                <a:ea typeface="Tahoma" panose="020B0604030504040204"/>
                <a:cs typeface="Tahoma" panose="020B0604030504040204"/>
                <a:sym typeface="Tahoma" panose="020B0604030504040204"/>
              </a:rPr>
              <a:t>Data Science</a:t>
            </a:r>
            <a:endParaRPr lang="en-US" sz="1200" b="1" i="0">
              <a:solidFill>
                <a:srgbClr val="FFFFFF"/>
              </a:solidFill>
              <a:latin typeface="Tahoma" panose="020B0604030504040204"/>
              <a:ea typeface="Tahoma" panose="020B0604030504040204"/>
              <a:cs typeface="Tahoma" panose="020B0604030504040204"/>
              <a:sym typeface="Tahoma" panose="020B0604030504040204"/>
            </a:endParaRPr>
          </a:p>
        </p:txBody>
      </p:sp>
      <p:sp>
        <p:nvSpPr>
          <p:cNvPr id="342" name="Domain Data Analytics"/>
          <p:cNvSpPr/>
          <p:nvPr/>
        </p:nvSpPr>
        <p:spPr>
          <a:xfrm>
            <a:off x="2185415" y="4800600"/>
            <a:ext cx="1499616" cy="640080"/>
          </a:xfrm>
          <a:prstGeom prst="roundRect">
            <a:avLst>
              <a:gd name="adj" fmla="val 8000"/>
            </a:avLst>
          </a:prstGeom>
          <a:solidFill>
            <a:srgbClr val="E8F4EC"/>
          </a:solidFill>
          <a:ln>
            <a:noFill/>
          </a:ln>
        </p:spPr>
        <p:txBody>
          <a:bodyPr wrap="square" lIns="45700" tIns="45700" rIns="45700" bIns="45700" anchor="ctr">
            <a:noAutofit/>
          </a:bodyPr>
          <a:lstStyle/>
          <a:p>
            <a:pPr marL="0" indent="0" algn="ctr">
              <a:lnSpc>
                <a:spcPct val="100000"/>
              </a:lnSpc>
              <a:spcBef>
                <a:spcPts val="0"/>
              </a:spcBef>
              <a:spcAft>
                <a:spcPts val="0"/>
              </a:spcAft>
              <a:buNone/>
            </a:pPr>
            <a:r>
              <a:rPr lang="en-US" sz="1200" b="1" i="0">
                <a:solidFill>
                  <a:srgbClr val="007434"/>
                </a:solidFill>
                <a:latin typeface="Tahoma" panose="020B0604030504040204"/>
                <a:ea typeface="Tahoma" panose="020B0604030504040204"/>
                <a:cs typeface="Tahoma" panose="020B0604030504040204"/>
                <a:sym typeface="Tahoma" panose="020B0604030504040204"/>
              </a:rPr>
              <a:t>Data Analytics</a:t>
            </a:r>
            <a:endParaRPr lang="en-US" sz="1200" b="1" i="0">
              <a:solidFill>
                <a:srgbClr val="007434"/>
              </a:solidFill>
              <a:latin typeface="Tahoma" panose="020B0604030504040204"/>
              <a:ea typeface="Tahoma" panose="020B0604030504040204"/>
              <a:cs typeface="Tahoma" panose="020B0604030504040204"/>
              <a:sym typeface="Tahoma" panose="020B0604030504040204"/>
            </a:endParaRPr>
          </a:p>
        </p:txBody>
      </p:sp>
      <p:sp>
        <p:nvSpPr>
          <p:cNvPr id="343" name="Domain Python Programming"/>
          <p:cNvSpPr/>
          <p:nvPr/>
        </p:nvSpPr>
        <p:spPr>
          <a:xfrm>
            <a:off x="3822191" y="4800600"/>
            <a:ext cx="1499616" cy="640080"/>
          </a:xfrm>
          <a:prstGeom prst="roundRect">
            <a:avLst>
              <a:gd name="adj" fmla="val 8000"/>
            </a:avLst>
          </a:prstGeom>
          <a:solidFill>
            <a:srgbClr val="E8F4EC"/>
          </a:solidFill>
          <a:ln>
            <a:noFill/>
          </a:ln>
        </p:spPr>
        <p:txBody>
          <a:bodyPr wrap="square" lIns="45700" tIns="45700" rIns="45700" bIns="45700" anchor="ctr">
            <a:noAutofit/>
          </a:bodyPr>
          <a:lstStyle/>
          <a:p>
            <a:pPr marL="0" indent="0" algn="ctr">
              <a:lnSpc>
                <a:spcPct val="100000"/>
              </a:lnSpc>
              <a:spcBef>
                <a:spcPts val="0"/>
              </a:spcBef>
              <a:spcAft>
                <a:spcPts val="0"/>
              </a:spcAft>
              <a:buNone/>
            </a:pPr>
            <a:r>
              <a:rPr lang="en-US" sz="1200" b="1" i="0">
                <a:solidFill>
                  <a:srgbClr val="007434"/>
                </a:solidFill>
                <a:latin typeface="Tahoma" panose="020B0604030504040204"/>
                <a:ea typeface="Tahoma" panose="020B0604030504040204"/>
                <a:cs typeface="Tahoma" panose="020B0604030504040204"/>
                <a:sym typeface="Tahoma" panose="020B0604030504040204"/>
              </a:rPr>
              <a:t>Python Programming</a:t>
            </a:r>
            <a:endParaRPr lang="en-US" sz="1200" b="1" i="0">
              <a:solidFill>
                <a:srgbClr val="007434"/>
              </a:solidFill>
              <a:latin typeface="Tahoma" panose="020B0604030504040204"/>
              <a:ea typeface="Tahoma" panose="020B0604030504040204"/>
              <a:cs typeface="Tahoma" panose="020B0604030504040204"/>
              <a:sym typeface="Tahoma" panose="020B0604030504040204"/>
            </a:endParaRPr>
          </a:p>
        </p:txBody>
      </p:sp>
      <p:sp>
        <p:nvSpPr>
          <p:cNvPr id="344" name="Domain Software Development"/>
          <p:cNvSpPr/>
          <p:nvPr/>
        </p:nvSpPr>
        <p:spPr>
          <a:xfrm>
            <a:off x="5458967" y="4800600"/>
            <a:ext cx="1499616" cy="640080"/>
          </a:xfrm>
          <a:prstGeom prst="roundRect">
            <a:avLst>
              <a:gd name="adj" fmla="val 8000"/>
            </a:avLst>
          </a:prstGeom>
          <a:solidFill>
            <a:srgbClr val="E8F4EC"/>
          </a:solidFill>
          <a:ln>
            <a:noFill/>
          </a:ln>
        </p:spPr>
        <p:txBody>
          <a:bodyPr wrap="square" lIns="45700" tIns="45700" rIns="45700" bIns="45700" anchor="ctr">
            <a:noAutofit/>
          </a:bodyPr>
          <a:lstStyle/>
          <a:p>
            <a:pPr marL="0" indent="0" algn="ctr">
              <a:lnSpc>
                <a:spcPct val="100000"/>
              </a:lnSpc>
              <a:spcBef>
                <a:spcPts val="0"/>
              </a:spcBef>
              <a:spcAft>
                <a:spcPts val="0"/>
              </a:spcAft>
              <a:buNone/>
            </a:pPr>
            <a:r>
              <a:rPr lang="en-US" sz="1200" b="1" i="0">
                <a:solidFill>
                  <a:srgbClr val="007434"/>
                </a:solidFill>
                <a:latin typeface="Tahoma" panose="020B0604030504040204"/>
                <a:ea typeface="Tahoma" panose="020B0604030504040204"/>
                <a:cs typeface="Tahoma" panose="020B0604030504040204"/>
                <a:sym typeface="Tahoma" panose="020B0604030504040204"/>
              </a:rPr>
              <a:t>Software Development</a:t>
            </a:r>
            <a:endParaRPr lang="en-US" sz="1200" b="1" i="0">
              <a:solidFill>
                <a:srgbClr val="007434"/>
              </a:solidFill>
              <a:latin typeface="Tahoma" panose="020B0604030504040204"/>
              <a:ea typeface="Tahoma" panose="020B0604030504040204"/>
              <a:cs typeface="Tahoma" panose="020B0604030504040204"/>
              <a:sym typeface="Tahoma" panose="020B0604030504040204"/>
            </a:endParaRPr>
          </a:p>
        </p:txBody>
      </p:sp>
      <p:sp>
        <p:nvSpPr>
          <p:cNvPr id="345" name="Domain AI &amp; ML"/>
          <p:cNvSpPr/>
          <p:nvPr/>
        </p:nvSpPr>
        <p:spPr>
          <a:xfrm>
            <a:off x="7095743" y="4800600"/>
            <a:ext cx="1499616" cy="640080"/>
          </a:xfrm>
          <a:prstGeom prst="roundRect">
            <a:avLst>
              <a:gd name="adj" fmla="val 8000"/>
            </a:avLst>
          </a:prstGeom>
          <a:solidFill>
            <a:srgbClr val="E8F4EC"/>
          </a:solidFill>
          <a:ln>
            <a:noFill/>
          </a:ln>
        </p:spPr>
        <p:txBody>
          <a:bodyPr wrap="square" lIns="45700" tIns="45700" rIns="45700" bIns="45700" anchor="ctr">
            <a:noAutofit/>
          </a:bodyPr>
          <a:lstStyle/>
          <a:p>
            <a:pPr marL="0" indent="0" algn="ctr">
              <a:lnSpc>
                <a:spcPct val="100000"/>
              </a:lnSpc>
              <a:spcBef>
                <a:spcPts val="0"/>
              </a:spcBef>
              <a:spcAft>
                <a:spcPts val="0"/>
              </a:spcAft>
              <a:buNone/>
            </a:pPr>
            <a:r>
              <a:rPr lang="en-US" sz="1200" b="1" i="0">
                <a:solidFill>
                  <a:srgbClr val="007434"/>
                </a:solidFill>
                <a:latin typeface="Tahoma" panose="020B0604030504040204"/>
                <a:ea typeface="Tahoma" panose="020B0604030504040204"/>
                <a:cs typeface="Tahoma" panose="020B0604030504040204"/>
                <a:sym typeface="Tahoma" panose="020B0604030504040204"/>
              </a:rPr>
              <a:t>AI &amp; ML</a:t>
            </a:r>
            <a:endParaRPr lang="en-US" sz="1200" b="1" i="0">
              <a:solidFill>
                <a:srgbClr val="007434"/>
              </a:solidFill>
              <a:latin typeface="Tahoma" panose="020B0604030504040204"/>
              <a:ea typeface="Tahoma" panose="020B0604030504040204"/>
              <a:cs typeface="Tahoma" panose="020B0604030504040204"/>
              <a:sym typeface="Tahoma" panose="020B060403050404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97" name="Shape 97"/>
        <p:cNvGrpSpPr/>
        <p:nvPr/>
      </p:nvGrpSpPr>
      <p:grpSpPr>
        <a:xfrm>
          <a:off x="0" y="0"/>
          <a:ext cx="0" cy="0"/>
          <a:chOff x="0" y="0"/>
          <a:chExt cx="0" cy="0"/>
        </a:xfrm>
      </p:grpSpPr>
      <p:sp>
        <p:nvSpPr>
          <p:cNvPr id="98" name="Google Shape;98;p7"/>
          <p:cNvSpPr txBox="1"/>
          <p:nvPr>
            <p:ph type="title"/>
          </p:nvPr>
        </p:nvSpPr>
        <p:spPr>
          <a:xfrm>
            <a:off x="457200" y="274640"/>
            <a:ext cx="8229600" cy="68048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B050"/>
              </a:buClr>
              <a:buSzPts val="2600"/>
              <a:buFont typeface="Tahoma" panose="020B0604030504040204"/>
              <a:buNone/>
            </a:pPr>
            <a:r>
              <a:rPr lang="en-US"/>
              <a:t>3.2 Overview of the Project</a:t>
            </a:r>
            <a:endParaRPr lang="en-US"/>
          </a:p>
        </p:txBody>
      </p:sp>
      <p:sp>
        <p:nvSpPr>
          <p:cNvPr id="99" name="Google Shape;99;p7"/>
          <p:cNvSpPr txBox="1"/>
          <p:nvPr>
            <p:ph type="sldNum" idx="12"/>
          </p:nvPr>
        </p:nvSpPr>
        <p:spPr>
          <a:xfrm>
            <a:off x="4648200" y="6266141"/>
            <a:ext cx="2057400" cy="365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fld>
            <a:endParaRPr lang="en-US"/>
          </a:p>
        </p:txBody>
      </p:sp>
      <p:sp>
        <p:nvSpPr>
          <p:cNvPr id="100" name="Google Shape;100;p7"/>
          <p:cNvSpPr txBox="1"/>
          <p:nvPr/>
        </p:nvSpPr>
        <p:spPr>
          <a:xfrm>
            <a:off x="5486400" y="1188720"/>
            <a:ext cx="3200400" cy="3383280"/>
          </a:xfrm>
          <a:prstGeom prst="rect">
            <a:avLst/>
          </a:prstGeom>
          <a:noFill/>
          <a:ln>
            <a:noFill/>
          </a:ln>
        </p:spPr>
        <p:txBody>
          <a:bodyPr spcFirstLastPara="1" wrap="square" lIns="91425" tIns="91425" rIns="91425" bIns="91425" anchor="t" anchorCtr="0">
            <a:noAutofit/>
          </a:bodyPr>
          <a:lstStyle/>
          <a:p>
            <a:pPr marL="0" marR="0" lvl="0" indent="0" algn="l" rtl="0">
              <a:lnSpc>
                <a:spcPct val="105000"/>
              </a:lnSpc>
              <a:spcBef>
                <a:spcPts val="0"/>
              </a:spcBef>
              <a:spcAft>
                <a:spcPts val="0"/>
              </a:spcAft>
              <a:buClr>
                <a:srgbClr val="1F1F1F"/>
              </a:buClr>
              <a:buSzPts val="1400"/>
              <a:buFont typeface="Tahoma" panose="020B0604030504040204"/>
              <a:buNone/>
            </a:pPr>
            <a:r>
              <a:rPr lang="en-US" sz="1400" b="0" i="0" u="none" strike="noStrike" cap="none">
                <a:solidFill>
                  <a:srgbClr val="1F1F1F"/>
                </a:solidFill>
                <a:latin typeface="Tahoma" panose="020B0604030504040204"/>
                <a:ea typeface="Tahoma" panose="020B0604030504040204"/>
                <a:cs typeface="Tahoma" panose="020B0604030504040204"/>
                <a:sym typeface="Tahoma" panose="020B0604030504040204"/>
              </a:rPr>
              <a:t>The project “RAG-Based AI Teaching Assistant” answers educational questions using passages retrieved from a collection of learning materials. A RAG system retrieves relevant information from an external knowledge source and supplies it to a language model as context. It works in two stages: knowledge preparation and question answering.</a:t>
            </a:r>
            <a:endParaRPr sz="1400" b="0" i="0" u="none" strike="noStrike" cap="none">
              <a:solidFill>
                <a:srgbClr val="1F1F1F"/>
              </a:solidFill>
              <a:latin typeface="Tahoma" panose="020B0604030504040204"/>
              <a:ea typeface="Tahoma" panose="020B0604030504040204"/>
              <a:cs typeface="Tahoma" panose="020B0604030504040204"/>
              <a:sym typeface="Tahoma" panose="020B0604030504040204"/>
            </a:endParaRPr>
          </a:p>
        </p:txBody>
      </p:sp>
      <p:sp>
        <p:nvSpPr>
          <p:cNvPr id="102" name="Google Shape;102;p7"/>
          <p:cNvSpPr/>
          <p:nvPr/>
        </p:nvSpPr>
        <p:spPr>
          <a:xfrm>
            <a:off x="548640" y="4846320"/>
            <a:ext cx="2560320" cy="731520"/>
          </a:xfrm>
          <a:prstGeom prst="roundRect">
            <a:avLst>
              <a:gd name="adj" fmla="val 8000"/>
            </a:avLst>
          </a:prstGeom>
          <a:solidFill>
            <a:srgbClr val="E8F4EC"/>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7434"/>
              </a:buClr>
              <a:buSzPts val="1600"/>
              <a:buFont typeface="Tahoma" panose="020B0604030504040204"/>
              <a:buNone/>
            </a:pPr>
            <a:r>
              <a:rPr lang="en-US" sz="1600" b="1" i="0" u="none" strike="noStrike" cap="none">
                <a:solidFill>
                  <a:srgbClr val="007434"/>
                </a:solidFill>
                <a:latin typeface="Tahoma" panose="020B0604030504040204"/>
                <a:ea typeface="Tahoma" panose="020B0604030504040204"/>
                <a:cs typeface="Tahoma" panose="020B0604030504040204"/>
                <a:sym typeface="Tahoma" panose="020B0604030504040204"/>
              </a:rPr>
              <a:t>Knowledge Prep</a:t>
            </a:r>
            <a:endParaRPr sz="1600" b="1" i="0" u="none" strike="noStrike" cap="none">
              <a:solidFill>
                <a:srgbClr val="007434"/>
              </a:solidFill>
              <a:latin typeface="Tahoma" panose="020B0604030504040204"/>
              <a:ea typeface="Tahoma" panose="020B0604030504040204"/>
              <a:cs typeface="Tahoma" panose="020B0604030504040204"/>
              <a:sym typeface="Tahoma" panose="020B0604030504040204"/>
            </a:endParaRPr>
          </a:p>
          <a:p>
            <a:pPr marL="0" marR="0" lvl="0" indent="0" algn="ctr" rtl="0">
              <a:lnSpc>
                <a:spcPct val="100000"/>
              </a:lnSpc>
              <a:spcBef>
                <a:spcPts val="0"/>
              </a:spcBef>
              <a:spcAft>
                <a:spcPts val="0"/>
              </a:spcAft>
              <a:buClr>
                <a:srgbClr val="555555"/>
              </a:buClr>
              <a:buSzPts val="1000"/>
              <a:buFont typeface="Tahoma" panose="020B0604030504040204"/>
              <a:buNone/>
            </a:pPr>
            <a:r>
              <a:rPr lang="en-US" sz="1000" b="0" i="0" u="none" strike="noStrike" cap="none">
                <a:solidFill>
                  <a:srgbClr val="555555"/>
                </a:solidFill>
                <a:latin typeface="Tahoma" panose="020B0604030504040204"/>
                <a:ea typeface="Tahoma" panose="020B0604030504040204"/>
                <a:cs typeface="Tahoma" panose="020B0604030504040204"/>
                <a:sym typeface="Tahoma" panose="020B0604030504040204"/>
              </a:rPr>
              <a:t>Extract, chunk, embed</a:t>
            </a:r>
            <a:endParaRPr sz="1000" b="0" i="0" u="none" strike="noStrike" cap="none">
              <a:solidFill>
                <a:srgbClr val="555555"/>
              </a:solidFill>
              <a:latin typeface="Tahoma" panose="020B0604030504040204"/>
              <a:ea typeface="Tahoma" panose="020B0604030504040204"/>
              <a:cs typeface="Tahoma" panose="020B0604030504040204"/>
              <a:sym typeface="Tahoma" panose="020B0604030504040204"/>
            </a:endParaRPr>
          </a:p>
        </p:txBody>
      </p:sp>
      <p:sp>
        <p:nvSpPr>
          <p:cNvPr id="103" name="Google Shape;103;p7"/>
          <p:cNvSpPr/>
          <p:nvPr/>
        </p:nvSpPr>
        <p:spPr>
          <a:xfrm>
            <a:off x="3291840" y="4846320"/>
            <a:ext cx="2560320" cy="731520"/>
          </a:xfrm>
          <a:prstGeom prst="roundRect">
            <a:avLst>
              <a:gd name="adj" fmla="val 8000"/>
            </a:avLst>
          </a:prstGeom>
          <a:solidFill>
            <a:srgbClr val="E8F4EC"/>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7434"/>
              </a:buClr>
              <a:buSzPts val="1600"/>
              <a:buFont typeface="Tahoma" panose="020B0604030504040204"/>
              <a:buNone/>
            </a:pPr>
            <a:r>
              <a:rPr lang="en-US" sz="1600" b="1" i="0" u="none" strike="noStrike" cap="none">
                <a:solidFill>
                  <a:srgbClr val="007434"/>
                </a:solidFill>
                <a:latin typeface="Tahoma" panose="020B0604030504040204"/>
                <a:ea typeface="Tahoma" panose="020B0604030504040204"/>
                <a:cs typeface="Tahoma" panose="020B0604030504040204"/>
                <a:sym typeface="Tahoma" panose="020B0604030504040204"/>
              </a:rPr>
              <a:t>Retrieval</a:t>
            </a:r>
            <a:endParaRPr sz="1600" b="1" i="0" u="none" strike="noStrike" cap="none">
              <a:solidFill>
                <a:srgbClr val="007434"/>
              </a:solidFill>
              <a:latin typeface="Tahoma" panose="020B0604030504040204"/>
              <a:ea typeface="Tahoma" panose="020B0604030504040204"/>
              <a:cs typeface="Tahoma" panose="020B0604030504040204"/>
              <a:sym typeface="Tahoma" panose="020B0604030504040204"/>
            </a:endParaRPr>
          </a:p>
          <a:p>
            <a:pPr marL="0" marR="0" lvl="0" indent="0" algn="ctr" rtl="0">
              <a:lnSpc>
                <a:spcPct val="100000"/>
              </a:lnSpc>
              <a:spcBef>
                <a:spcPts val="0"/>
              </a:spcBef>
              <a:spcAft>
                <a:spcPts val="0"/>
              </a:spcAft>
              <a:buClr>
                <a:srgbClr val="555555"/>
              </a:buClr>
              <a:buSzPts val="1000"/>
              <a:buFont typeface="Tahoma" panose="020B0604030504040204"/>
              <a:buNone/>
            </a:pPr>
            <a:r>
              <a:rPr lang="en-US" sz="1000" b="0" i="0" u="none" strike="noStrike" cap="none">
                <a:solidFill>
                  <a:srgbClr val="555555"/>
                </a:solidFill>
                <a:latin typeface="Tahoma" panose="020B0604030504040204"/>
                <a:ea typeface="Tahoma" panose="020B0604030504040204"/>
                <a:cs typeface="Tahoma" panose="020B0604030504040204"/>
                <a:sym typeface="Tahoma" panose="020B0604030504040204"/>
              </a:rPr>
              <a:t>Semantic similarity search</a:t>
            </a:r>
            <a:endParaRPr sz="1000" b="0" i="0" u="none" strike="noStrike" cap="none">
              <a:solidFill>
                <a:srgbClr val="555555"/>
              </a:solidFill>
              <a:latin typeface="Tahoma" panose="020B0604030504040204"/>
              <a:ea typeface="Tahoma" panose="020B0604030504040204"/>
              <a:cs typeface="Tahoma" panose="020B0604030504040204"/>
              <a:sym typeface="Tahoma" panose="020B0604030504040204"/>
            </a:endParaRPr>
          </a:p>
        </p:txBody>
      </p:sp>
      <p:sp>
        <p:nvSpPr>
          <p:cNvPr id="104" name="Google Shape;104;p7"/>
          <p:cNvSpPr/>
          <p:nvPr/>
        </p:nvSpPr>
        <p:spPr>
          <a:xfrm>
            <a:off x="6035040" y="4846320"/>
            <a:ext cx="2560320" cy="731520"/>
          </a:xfrm>
          <a:prstGeom prst="roundRect">
            <a:avLst>
              <a:gd name="adj" fmla="val 8000"/>
            </a:avLst>
          </a:prstGeom>
          <a:solidFill>
            <a:srgbClr val="E8F4EC"/>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7434"/>
              </a:buClr>
              <a:buSzPts val="1600"/>
              <a:buFont typeface="Tahoma" panose="020B0604030504040204"/>
              <a:buNone/>
            </a:pPr>
            <a:r>
              <a:rPr lang="en-US" sz="1600" b="1" i="0" u="none" strike="noStrike" cap="none">
                <a:solidFill>
                  <a:srgbClr val="007434"/>
                </a:solidFill>
                <a:latin typeface="Tahoma" panose="020B0604030504040204"/>
                <a:ea typeface="Tahoma" panose="020B0604030504040204"/>
                <a:cs typeface="Tahoma" panose="020B0604030504040204"/>
                <a:sym typeface="Tahoma" panose="020B0604030504040204"/>
              </a:rPr>
              <a:t>Generation</a:t>
            </a:r>
            <a:endParaRPr sz="1600" b="1" i="0" u="none" strike="noStrike" cap="none">
              <a:solidFill>
                <a:srgbClr val="007434"/>
              </a:solidFill>
              <a:latin typeface="Tahoma" panose="020B0604030504040204"/>
              <a:ea typeface="Tahoma" panose="020B0604030504040204"/>
              <a:cs typeface="Tahoma" panose="020B0604030504040204"/>
              <a:sym typeface="Tahoma" panose="020B0604030504040204"/>
            </a:endParaRPr>
          </a:p>
          <a:p>
            <a:pPr marL="0" marR="0" lvl="0" indent="0" algn="ctr" rtl="0">
              <a:lnSpc>
                <a:spcPct val="100000"/>
              </a:lnSpc>
              <a:spcBef>
                <a:spcPts val="0"/>
              </a:spcBef>
              <a:spcAft>
                <a:spcPts val="0"/>
              </a:spcAft>
              <a:buClr>
                <a:srgbClr val="555555"/>
              </a:buClr>
              <a:buSzPts val="1000"/>
              <a:buFont typeface="Tahoma" panose="020B0604030504040204"/>
              <a:buNone/>
            </a:pPr>
            <a:r>
              <a:rPr lang="en-US" sz="1000" b="0" i="0" u="none" strike="noStrike" cap="none">
                <a:solidFill>
                  <a:srgbClr val="555555"/>
                </a:solidFill>
                <a:latin typeface="Tahoma" panose="020B0604030504040204"/>
                <a:ea typeface="Tahoma" panose="020B0604030504040204"/>
                <a:cs typeface="Tahoma" panose="020B0604030504040204"/>
                <a:sym typeface="Tahoma" panose="020B0604030504040204"/>
              </a:rPr>
              <a:t>Context-based answers</a:t>
            </a:r>
            <a:endParaRPr sz="1000" b="0" i="0" u="none" strike="noStrike" cap="none">
              <a:solidFill>
                <a:srgbClr val="555555"/>
              </a:solidFill>
              <a:latin typeface="Tahoma" panose="020B0604030504040204"/>
              <a:ea typeface="Tahoma" panose="020B0604030504040204"/>
              <a:cs typeface="Tahoma" panose="020B0604030504040204"/>
              <a:sym typeface="Tahoma" panose="020B0604030504040204"/>
            </a:endParaRPr>
          </a:p>
        </p:txBody>
      </p:sp>
      <p:pic>
        <p:nvPicPr>
          <p:cNvPr id="350" name="RAG architecture" descr="Figure 1.1 Proposed RAG system architecture"/>
          <p:cNvPicPr preferRelativeResize="0"/>
          <p:nvPr/>
        </p:nvPicPr>
        <p:blipFill rotWithShape="1">
          <a:blip r:embed="rId1"/>
          <a:srcRect/>
          <a:stretch>
            <a:fillRect/>
          </a:stretch>
        </p:blipFill>
        <p:spPr>
          <a:xfrm>
            <a:off x="548640" y="1325880"/>
            <a:ext cx="4754880" cy="3163450"/>
          </a:xfrm>
          <a:prstGeom prst="rect">
            <a:avLst/>
          </a:prstGeom>
          <a:ln w="9525">
            <a:solidFill>
              <a:srgbClr val="D5E8DB"/>
            </a:solid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48" name="Shape 48"/>
        <p:cNvGrpSpPr/>
        <p:nvPr/>
      </p:nvGrpSpPr>
      <p:grpSpPr>
        <a:xfrm>
          <a:off x="0" y="0"/>
          <a:ext cx="0" cy="0"/>
          <a:chOff x="0" y="0"/>
          <a:chExt cx="0" cy="0"/>
        </a:xfrm>
      </p:grpSpPr>
      <p:sp>
        <p:nvSpPr>
          <p:cNvPr id="49" name="Google Shape;49;p3"/>
          <p:cNvSpPr txBox="1"/>
          <p:nvPr>
            <p:ph type="title"/>
          </p:nvPr>
        </p:nvSpPr>
        <p:spPr>
          <a:xfrm>
            <a:off x="457200" y="274640"/>
            <a:ext cx="8229600" cy="68048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B050"/>
              </a:buClr>
              <a:buSzPts val="2600"/>
              <a:buFont typeface="Tahoma" panose="020B0604030504040204"/>
              <a:buNone/>
            </a:pPr>
            <a:r>
              <a:rPr lang="en-US"/>
              <a:t>3.2 Overview – RAG Workflow</a:t>
            </a:r>
            <a:endParaRPr lang="en-US"/>
          </a:p>
        </p:txBody>
      </p:sp>
      <p:sp>
        <p:nvSpPr>
          <p:cNvPr id="50" name="Google Shape;50;p3"/>
          <p:cNvSpPr txBox="1"/>
          <p:nvPr>
            <p:ph type="sldNum" idx="12"/>
          </p:nvPr>
        </p:nvSpPr>
        <p:spPr>
          <a:xfrm>
            <a:off x="4648200" y="6266141"/>
            <a:ext cx="2057400" cy="365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fld>
            <a:endParaRPr lang="en-US"/>
          </a:p>
        </p:txBody>
      </p:sp>
      <p:pic>
        <p:nvPicPr>
          <p:cNvPr id="300" name="RAG workflow" descr="Figure 1.2 Basic RAG workflow"/>
          <p:cNvPicPr preferRelativeResize="0"/>
          <p:nvPr/>
        </p:nvPicPr>
        <p:blipFill rotWithShape="1">
          <a:blip r:embed="rId1"/>
          <a:srcRect/>
          <a:stretch>
            <a:fillRect/>
          </a:stretch>
        </p:blipFill>
        <p:spPr>
          <a:xfrm>
            <a:off x="2026780" y="1097280"/>
            <a:ext cx="5090439" cy="3383280"/>
          </a:xfrm>
          <a:prstGeom prst="rect">
            <a:avLst/>
          </a:prstGeom>
          <a:ln w="9525">
            <a:solidFill>
              <a:srgbClr val="D5E8DB"/>
            </a:solidFill>
          </a:ln>
        </p:spPr>
      </p:pic>
      <p:sp>
        <p:nvSpPr>
          <p:cNvPr id="301" name="Caption"/>
          <p:cNvSpPr txBox="1"/>
          <p:nvPr/>
        </p:nvSpPr>
        <p:spPr>
          <a:xfrm>
            <a:off x="914400" y="4572000"/>
            <a:ext cx="7315200" cy="320040"/>
          </a:xfrm>
          <a:prstGeom prst="rect">
            <a:avLst/>
          </a:prstGeom>
          <a:noFill/>
          <a:ln>
            <a:noFill/>
          </a:ln>
        </p:spPr>
        <p:txBody>
          <a:bodyPr wrap="square" lIns="45700" tIns="45700" rIns="45700" bIns="45700" anchor="t">
            <a:noAutofit/>
          </a:bodyPr>
          <a:lstStyle/>
          <a:p>
            <a:pPr marL="0" indent="0" algn="ctr">
              <a:lnSpc>
                <a:spcPct val="100000"/>
              </a:lnSpc>
              <a:spcBef>
                <a:spcPts val="0"/>
              </a:spcBef>
              <a:spcAft>
                <a:spcPts val="0"/>
              </a:spcAft>
              <a:buNone/>
            </a:pPr>
            <a:r>
              <a:rPr lang="en-US" sz="1100" b="0" i="0">
                <a:solidFill>
                  <a:srgbClr val="555555"/>
                </a:solidFill>
                <a:latin typeface="Tahoma" panose="020B0604030504040204"/>
                <a:ea typeface="Tahoma" panose="020B0604030504040204"/>
                <a:cs typeface="Tahoma" panose="020B0604030504040204"/>
                <a:sym typeface="Tahoma" panose="020B0604030504040204"/>
              </a:rPr>
              <a:t>Figure 1.2 – Basic RAG Workflow</a:t>
            </a:r>
            <a:endParaRPr lang="en-US" sz="1100" b="0" i="0">
              <a:solidFill>
                <a:srgbClr val="555555"/>
              </a:solidFill>
              <a:latin typeface="Tahoma" panose="020B0604030504040204"/>
              <a:ea typeface="Tahoma" panose="020B0604030504040204"/>
              <a:cs typeface="Tahoma" panose="020B0604030504040204"/>
              <a:sym typeface="Tahoma" panose="020B0604030504040204"/>
            </a:endParaRPr>
          </a:p>
        </p:txBody>
      </p:sp>
      <p:sp>
        <p:nvSpPr>
          <p:cNvPr id="302" name="Workflow summary"/>
          <p:cNvSpPr/>
          <p:nvPr/>
        </p:nvSpPr>
        <p:spPr>
          <a:xfrm>
            <a:off x="548640" y="4937760"/>
            <a:ext cx="8046720" cy="640080"/>
          </a:xfrm>
          <a:prstGeom prst="roundRect">
            <a:avLst>
              <a:gd name="adj" fmla="val 8000"/>
            </a:avLst>
          </a:prstGeom>
          <a:solidFill>
            <a:srgbClr val="E8F4EC"/>
          </a:solidFill>
          <a:ln>
            <a:noFill/>
          </a:ln>
        </p:spPr>
        <p:txBody>
          <a:bodyPr wrap="square" lIns="91425" tIns="91425" rIns="91425" bIns="91425" anchor="ctr">
            <a:noAutofit/>
          </a:bodyPr>
          <a:lstStyle/>
          <a:p>
            <a:pPr marL="0" indent="0" algn="ctr">
              <a:lnSpc>
                <a:spcPct val="100000"/>
              </a:lnSpc>
              <a:spcBef>
                <a:spcPts val="0"/>
              </a:spcBef>
              <a:spcAft>
                <a:spcPts val="0"/>
              </a:spcAft>
              <a:buNone/>
            </a:pPr>
            <a:r>
              <a:rPr lang="en-US" sz="1200" b="0" i="0">
                <a:solidFill>
                  <a:srgbClr val="1F1F1F"/>
                </a:solidFill>
                <a:latin typeface="Tahoma" panose="020B0604030504040204"/>
                <a:ea typeface="Tahoma" panose="020B0604030504040204"/>
                <a:cs typeface="Tahoma" panose="020B0604030504040204"/>
                <a:sym typeface="Tahoma" panose="020B0604030504040204"/>
              </a:rPr>
              <a:t>Upload material → extract and split text → create embeddings → store vectors → ask a question → retrieve relevant passages → generate a context-based answer.</a:t>
            </a:r>
            <a:endParaRPr lang="en-US" sz="1200" b="0" i="0">
              <a:solidFill>
                <a:srgbClr val="1F1F1F"/>
              </a:solidFill>
              <a:latin typeface="Tahoma" panose="020B0604030504040204"/>
              <a:ea typeface="Tahoma" panose="020B0604030504040204"/>
              <a:cs typeface="Tahoma" panose="020B0604030504040204"/>
              <a:sym typeface="Tahoma" panose="020B060403050404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48" name="Shape 48"/>
        <p:cNvGrpSpPr/>
        <p:nvPr/>
      </p:nvGrpSpPr>
      <p:grpSpPr>
        <a:xfrm>
          <a:off x="0" y="0"/>
          <a:ext cx="0" cy="0"/>
          <a:chOff x="0" y="0"/>
          <a:chExt cx="0" cy="0"/>
        </a:xfrm>
      </p:grpSpPr>
      <p:sp>
        <p:nvSpPr>
          <p:cNvPr id="49" name="Google Shape;49;p3"/>
          <p:cNvSpPr txBox="1"/>
          <p:nvPr>
            <p:ph type="title"/>
          </p:nvPr>
        </p:nvSpPr>
        <p:spPr>
          <a:xfrm>
            <a:off x="457200" y="274640"/>
            <a:ext cx="8229600" cy="68048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B050"/>
              </a:buClr>
              <a:buSzPts val="2600"/>
              <a:buFont typeface="Tahoma" panose="020B0604030504040204"/>
              <a:buNone/>
            </a:pPr>
            <a:r>
              <a:rPr lang="en-US"/>
              <a:t>3.2 Embeddings &amp; RAG Components</a:t>
            </a:r>
            <a:endParaRPr lang="en-US"/>
          </a:p>
        </p:txBody>
      </p:sp>
      <p:sp>
        <p:nvSpPr>
          <p:cNvPr id="50" name="Google Shape;50;p3"/>
          <p:cNvSpPr txBox="1"/>
          <p:nvPr>
            <p:ph type="sldNum" idx="12"/>
          </p:nvPr>
        </p:nvSpPr>
        <p:spPr>
          <a:xfrm>
            <a:off x="4648200" y="6266141"/>
            <a:ext cx="2057400" cy="365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fld>
            <a:endParaRPr lang="en-US"/>
          </a:p>
        </p:txBody>
      </p:sp>
      <p:pic>
        <p:nvPicPr>
          <p:cNvPr id="300" name="Embeddings and vector search" descr="Figure 1.3 Embeddings and vector search"/>
          <p:cNvPicPr preferRelativeResize="0"/>
          <p:nvPr/>
        </p:nvPicPr>
        <p:blipFill rotWithShape="1">
          <a:blip r:embed="rId1"/>
          <a:srcRect/>
          <a:stretch>
            <a:fillRect/>
          </a:stretch>
        </p:blipFill>
        <p:spPr>
          <a:xfrm>
            <a:off x="548640" y="1234440"/>
            <a:ext cx="3734881" cy="2377439"/>
          </a:xfrm>
          <a:prstGeom prst="rect">
            <a:avLst/>
          </a:prstGeom>
          <a:ln w="9525">
            <a:solidFill>
              <a:srgbClr val="D5E8DB"/>
            </a:solidFill>
          </a:ln>
        </p:spPr>
      </p:pic>
      <p:pic>
        <p:nvPicPr>
          <p:cNvPr id="301" name="Main RAG components" descr="Figure 1.4 Main RAG components"/>
          <p:cNvPicPr preferRelativeResize="0"/>
          <p:nvPr/>
        </p:nvPicPr>
        <p:blipFill rotWithShape="1">
          <a:blip r:embed="rId2"/>
          <a:srcRect/>
          <a:stretch>
            <a:fillRect/>
          </a:stretch>
        </p:blipFill>
        <p:spPr>
          <a:xfrm>
            <a:off x="4663440" y="1234440"/>
            <a:ext cx="3858468" cy="2377440"/>
          </a:xfrm>
          <a:prstGeom prst="rect">
            <a:avLst/>
          </a:prstGeom>
          <a:ln w="9525">
            <a:solidFill>
              <a:srgbClr val="D5E8DB"/>
            </a:solidFill>
          </a:ln>
        </p:spPr>
      </p:pic>
      <p:sp>
        <p:nvSpPr>
          <p:cNvPr id="302" name="Fig 1.3 note"/>
          <p:cNvSpPr/>
          <p:nvPr/>
        </p:nvSpPr>
        <p:spPr>
          <a:xfrm>
            <a:off x="548640" y="3931920"/>
            <a:ext cx="3931920" cy="1371600"/>
          </a:xfrm>
          <a:prstGeom prst="roundRect">
            <a:avLst>
              <a:gd name="adj" fmla="val 8000"/>
            </a:avLst>
          </a:prstGeom>
          <a:solidFill>
            <a:srgbClr val="E8F4EC"/>
          </a:solidFill>
          <a:ln>
            <a:noFill/>
          </a:ln>
        </p:spPr>
        <p:txBody>
          <a:bodyPr wrap="square" lIns="128000" tIns="128000" rIns="128000" bIns="128000" anchor="ctr">
            <a:noAutofit/>
          </a:bodyPr>
          <a:lstStyle/>
          <a:p>
            <a:pPr marL="0" indent="0" algn="l">
              <a:lnSpc>
                <a:spcPct val="100000"/>
              </a:lnSpc>
              <a:spcBef>
                <a:spcPts val="0"/>
              </a:spcBef>
              <a:spcAft>
                <a:spcPts val="0"/>
              </a:spcAft>
              <a:buNone/>
            </a:pPr>
            <a:r>
              <a:rPr lang="en-US" sz="1200" b="1" i="0">
                <a:solidFill>
                  <a:srgbClr val="007434"/>
                </a:solidFill>
                <a:latin typeface="Tahoma" panose="020B0604030504040204"/>
                <a:ea typeface="Tahoma" panose="020B0604030504040204"/>
                <a:cs typeface="Tahoma" panose="020B0604030504040204"/>
                <a:sym typeface="Tahoma" panose="020B0604030504040204"/>
              </a:rPr>
              <a:t>Figure 1.3 – Vector Search</a:t>
            </a:r>
            <a:endParaRPr lang="en-US" sz="1200" b="1" i="0">
              <a:solidFill>
                <a:srgbClr val="007434"/>
              </a:solidFill>
              <a:latin typeface="Tahoma" panose="020B0604030504040204"/>
              <a:ea typeface="Tahoma" panose="020B0604030504040204"/>
              <a:cs typeface="Tahoma" panose="020B0604030504040204"/>
              <a:sym typeface="Tahoma" panose="020B0604030504040204"/>
            </a:endParaRPr>
          </a:p>
          <a:p>
            <a:pPr marL="0" indent="0" algn="l">
              <a:lnSpc>
                <a:spcPct val="100000"/>
              </a:lnSpc>
              <a:spcBef>
                <a:spcPts val="300"/>
              </a:spcBef>
              <a:spcAft>
                <a:spcPts val="0"/>
              </a:spcAft>
              <a:buNone/>
            </a:pPr>
            <a:r>
              <a:rPr lang="en-US" sz="1200" b="0" i="0">
                <a:solidFill>
                  <a:srgbClr val="1F1F1F"/>
                </a:solidFill>
                <a:latin typeface="Tahoma" panose="020B0604030504040204"/>
                <a:ea typeface="Tahoma" panose="020B0604030504040204"/>
                <a:cs typeface="Tahoma" panose="020B0604030504040204"/>
                <a:sym typeface="Tahoma" panose="020B0604030504040204"/>
              </a:rPr>
              <a:t>Text chunks and the question are represented as vectors; similarity search finds the passage closest in meaning.</a:t>
            </a:r>
            <a:endParaRPr lang="en-US" sz="1200" b="0" i="0">
              <a:solidFill>
                <a:srgbClr val="1F1F1F"/>
              </a:solidFill>
              <a:latin typeface="Tahoma" panose="020B0604030504040204"/>
              <a:ea typeface="Tahoma" panose="020B0604030504040204"/>
              <a:cs typeface="Tahoma" panose="020B0604030504040204"/>
              <a:sym typeface="Tahoma" panose="020B0604030504040204"/>
            </a:endParaRPr>
          </a:p>
        </p:txBody>
      </p:sp>
      <p:sp>
        <p:nvSpPr>
          <p:cNvPr id="303" name="Fig 1.4 note"/>
          <p:cNvSpPr/>
          <p:nvPr/>
        </p:nvSpPr>
        <p:spPr>
          <a:xfrm>
            <a:off x="4663440" y="3931920"/>
            <a:ext cx="3931920" cy="1371600"/>
          </a:xfrm>
          <a:prstGeom prst="roundRect">
            <a:avLst>
              <a:gd name="adj" fmla="val 8000"/>
            </a:avLst>
          </a:prstGeom>
          <a:solidFill>
            <a:srgbClr val="E8F4EC"/>
          </a:solidFill>
          <a:ln>
            <a:noFill/>
          </a:ln>
        </p:spPr>
        <p:txBody>
          <a:bodyPr wrap="square" lIns="128000" tIns="128000" rIns="128000" bIns="128000" anchor="ctr">
            <a:noAutofit/>
          </a:bodyPr>
          <a:lstStyle/>
          <a:p>
            <a:pPr marL="0" indent="0" algn="l">
              <a:lnSpc>
                <a:spcPct val="100000"/>
              </a:lnSpc>
              <a:spcBef>
                <a:spcPts val="0"/>
              </a:spcBef>
              <a:spcAft>
                <a:spcPts val="0"/>
              </a:spcAft>
              <a:buNone/>
            </a:pPr>
            <a:r>
              <a:rPr lang="en-US" sz="1200" b="1" i="0">
                <a:solidFill>
                  <a:srgbClr val="007434"/>
                </a:solidFill>
                <a:latin typeface="Tahoma" panose="020B0604030504040204"/>
                <a:ea typeface="Tahoma" panose="020B0604030504040204"/>
                <a:cs typeface="Tahoma" panose="020B0604030504040204"/>
                <a:sym typeface="Tahoma" panose="020B0604030504040204"/>
              </a:rPr>
              <a:t>Figure 1.4 – Main RAG Components</a:t>
            </a:r>
            <a:endParaRPr lang="en-US" sz="1200" b="1" i="0">
              <a:solidFill>
                <a:srgbClr val="007434"/>
              </a:solidFill>
              <a:latin typeface="Tahoma" panose="020B0604030504040204"/>
              <a:ea typeface="Tahoma" panose="020B0604030504040204"/>
              <a:cs typeface="Tahoma" panose="020B0604030504040204"/>
              <a:sym typeface="Tahoma" panose="020B0604030504040204"/>
            </a:endParaRPr>
          </a:p>
          <a:p>
            <a:pPr marL="0" indent="0" algn="l">
              <a:lnSpc>
                <a:spcPct val="100000"/>
              </a:lnSpc>
              <a:spcBef>
                <a:spcPts val="300"/>
              </a:spcBef>
              <a:spcAft>
                <a:spcPts val="0"/>
              </a:spcAft>
              <a:buNone/>
            </a:pPr>
            <a:r>
              <a:rPr lang="en-US" sz="1200" b="0" i="0">
                <a:solidFill>
                  <a:srgbClr val="1F1F1F"/>
                </a:solidFill>
                <a:latin typeface="Tahoma" panose="020B0604030504040204"/>
                <a:ea typeface="Tahoma" panose="020B0604030504040204"/>
                <a:cs typeface="Tahoma" panose="020B0604030504040204"/>
                <a:sym typeface="Tahoma" panose="020B0604030504040204"/>
              </a:rPr>
              <a:t>The embedding model, vector store, retriever and language model work together to turn a question into an answer.</a:t>
            </a:r>
            <a:endParaRPr lang="en-US" sz="1200" b="0" i="0">
              <a:solidFill>
                <a:srgbClr val="1F1F1F"/>
              </a:solidFill>
              <a:latin typeface="Tahoma" panose="020B0604030504040204"/>
              <a:ea typeface="Tahoma" panose="020B0604030504040204"/>
              <a:cs typeface="Tahoma" panose="020B0604030504040204"/>
              <a:sym typeface="Tahoma" panose="020B060403050404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08" name="Shape 108"/>
        <p:cNvGrpSpPr/>
        <p:nvPr/>
      </p:nvGrpSpPr>
      <p:grpSpPr>
        <a:xfrm>
          <a:off x="0" y="0"/>
          <a:ext cx="0" cy="0"/>
          <a:chOff x="0" y="0"/>
          <a:chExt cx="0" cy="0"/>
        </a:xfrm>
      </p:grpSpPr>
      <p:sp>
        <p:nvSpPr>
          <p:cNvPr id="109" name="Google Shape;109;p8"/>
          <p:cNvSpPr txBox="1"/>
          <p:nvPr>
            <p:ph type="title"/>
          </p:nvPr>
        </p:nvSpPr>
        <p:spPr>
          <a:xfrm>
            <a:off x="457200" y="274640"/>
            <a:ext cx="8229600" cy="68048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B050"/>
              </a:buClr>
              <a:buSzPts val="2600"/>
              <a:buFont typeface="Tahoma" panose="020B0604030504040204"/>
              <a:buNone/>
            </a:pPr>
            <a:r>
              <a:rPr lang="en-US"/>
              <a:t>3.3 Technology Stack</a:t>
            </a:r>
            <a:endParaRPr lang="en-US"/>
          </a:p>
        </p:txBody>
      </p:sp>
      <p:sp>
        <p:nvSpPr>
          <p:cNvPr id="110" name="Google Shape;110;p8"/>
          <p:cNvSpPr txBox="1"/>
          <p:nvPr>
            <p:ph type="sldNum" idx="12"/>
          </p:nvPr>
        </p:nvSpPr>
        <p:spPr>
          <a:xfrm>
            <a:off x="4648200" y="6266141"/>
            <a:ext cx="2057400" cy="365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fld>
            <a:endParaRPr lang="en-US"/>
          </a:p>
        </p:txBody>
      </p:sp>
      <p:sp>
        <p:nvSpPr>
          <p:cNvPr id="111" name="Google Shape;111;p8"/>
          <p:cNvSpPr/>
          <p:nvPr/>
        </p:nvSpPr>
        <p:spPr>
          <a:xfrm>
            <a:off x="548640" y="1143000"/>
            <a:ext cx="3931920" cy="960120"/>
          </a:xfrm>
          <a:prstGeom prst="roundRect">
            <a:avLst>
              <a:gd name="adj" fmla="val 8000"/>
            </a:avLst>
          </a:prstGeom>
          <a:solidFill>
            <a:srgbClr val="E8F4EC"/>
          </a:solidFill>
          <a:ln>
            <a:noFill/>
          </a:ln>
        </p:spPr>
        <p:txBody>
          <a:bodyPr spcFirstLastPara="1" wrap="square" lIns="137150" tIns="137150" rIns="137150" bIns="137150" anchor="ctr" anchorCtr="0">
            <a:noAutofit/>
          </a:bodyPr>
          <a:lstStyle/>
          <a:p>
            <a:pPr marL="0" marR="0" lvl="0" indent="0" algn="l" rtl="0">
              <a:lnSpc>
                <a:spcPct val="100000"/>
              </a:lnSpc>
              <a:spcBef>
                <a:spcPts val="0"/>
              </a:spcBef>
              <a:spcAft>
                <a:spcPts val="0"/>
              </a:spcAft>
              <a:buClr>
                <a:srgbClr val="007434"/>
              </a:buClr>
              <a:buSzPts val="1300"/>
              <a:buFont typeface="Tahoma" panose="020B0604030504040204"/>
              <a:buNone/>
            </a:pPr>
            <a:r>
              <a:rPr lang="en-US" sz="1300" b="1" i="0" u="none" strike="noStrike" cap="none">
                <a:solidFill>
                  <a:srgbClr val="007434"/>
                </a:solidFill>
                <a:latin typeface="Tahoma" panose="020B0604030504040204"/>
                <a:ea typeface="Tahoma" panose="020B0604030504040204"/>
                <a:cs typeface="Tahoma" panose="020B0604030504040204"/>
                <a:sym typeface="Tahoma" panose="020B0604030504040204"/>
              </a:rPr>
              <a:t>Language</a:t>
            </a:r>
            <a:endParaRPr sz="1300" b="1" i="0" u="none" strike="noStrike" cap="none">
              <a:solidFill>
                <a:srgbClr val="007434"/>
              </a:solidFill>
              <a:latin typeface="Tahoma" panose="020B0604030504040204"/>
              <a:ea typeface="Tahoma" panose="020B0604030504040204"/>
              <a:cs typeface="Tahoma" panose="020B0604030504040204"/>
              <a:sym typeface="Tahoma" panose="020B0604030504040204"/>
            </a:endParaRPr>
          </a:p>
          <a:p>
            <a:pPr marL="0" marR="0" lvl="0" indent="0" algn="l" rtl="0">
              <a:lnSpc>
                <a:spcPct val="100000"/>
              </a:lnSpc>
              <a:spcBef>
                <a:spcPts val="300"/>
              </a:spcBef>
              <a:spcAft>
                <a:spcPts val="0"/>
              </a:spcAft>
              <a:buClr>
                <a:srgbClr val="1F1F1F"/>
              </a:buClr>
              <a:buSzPts val="1200"/>
              <a:buFont typeface="Tahoma" panose="020B0604030504040204"/>
              <a:buNone/>
            </a:pPr>
            <a:r>
              <a:rPr lang="en-US" sz="1200" b="0" i="0" u="none" strike="noStrike" cap="none">
                <a:solidFill>
                  <a:srgbClr val="1F1F1F"/>
                </a:solidFill>
                <a:latin typeface="Tahoma" panose="020B0604030504040204"/>
                <a:ea typeface="Tahoma" panose="020B0604030504040204"/>
                <a:cs typeface="Tahoma" panose="020B0604030504040204"/>
                <a:sym typeface="Tahoma" panose="020B0604030504040204"/>
              </a:rPr>
              <a:t>Python</a:t>
            </a:r>
            <a:endParaRPr sz="1200" b="0" i="0" u="none" strike="noStrike" cap="none">
              <a:solidFill>
                <a:srgbClr val="1F1F1F"/>
              </a:solidFill>
              <a:latin typeface="Tahoma" panose="020B0604030504040204"/>
              <a:ea typeface="Tahoma" panose="020B0604030504040204"/>
              <a:cs typeface="Tahoma" panose="020B0604030504040204"/>
              <a:sym typeface="Tahoma" panose="020B0604030504040204"/>
            </a:endParaRPr>
          </a:p>
        </p:txBody>
      </p:sp>
      <p:sp>
        <p:nvSpPr>
          <p:cNvPr id="112" name="Google Shape;112;p8"/>
          <p:cNvSpPr/>
          <p:nvPr/>
        </p:nvSpPr>
        <p:spPr>
          <a:xfrm>
            <a:off x="4663440" y="1143000"/>
            <a:ext cx="3931920" cy="960120"/>
          </a:xfrm>
          <a:prstGeom prst="roundRect">
            <a:avLst>
              <a:gd name="adj" fmla="val 8000"/>
            </a:avLst>
          </a:prstGeom>
          <a:solidFill>
            <a:srgbClr val="E8F4EC"/>
          </a:solidFill>
          <a:ln>
            <a:noFill/>
          </a:ln>
        </p:spPr>
        <p:txBody>
          <a:bodyPr spcFirstLastPara="1" wrap="square" lIns="137150" tIns="137150" rIns="137150" bIns="137150" anchor="ctr" anchorCtr="0">
            <a:noAutofit/>
          </a:bodyPr>
          <a:lstStyle/>
          <a:p>
            <a:pPr marL="0" marR="0" lvl="0" indent="0" algn="l" rtl="0">
              <a:lnSpc>
                <a:spcPct val="100000"/>
              </a:lnSpc>
              <a:spcBef>
                <a:spcPts val="0"/>
              </a:spcBef>
              <a:spcAft>
                <a:spcPts val="0"/>
              </a:spcAft>
              <a:buClr>
                <a:srgbClr val="007434"/>
              </a:buClr>
              <a:buSzPts val="1300"/>
              <a:buFont typeface="Tahoma" panose="020B0604030504040204"/>
              <a:buNone/>
            </a:pPr>
            <a:r>
              <a:rPr lang="en-US" sz="1300" b="1" i="0" u="none" strike="noStrike" cap="none">
                <a:solidFill>
                  <a:srgbClr val="007434"/>
                </a:solidFill>
                <a:latin typeface="Tahoma" panose="020B0604030504040204"/>
                <a:ea typeface="Tahoma" panose="020B0604030504040204"/>
                <a:cs typeface="Tahoma" panose="020B0604030504040204"/>
                <a:sym typeface="Tahoma" panose="020B0604030504040204"/>
              </a:rPr>
              <a:t>Document Processing</a:t>
            </a:r>
            <a:endParaRPr sz="1300" b="1" i="0" u="none" strike="noStrike" cap="none">
              <a:solidFill>
                <a:srgbClr val="007434"/>
              </a:solidFill>
              <a:latin typeface="Tahoma" panose="020B0604030504040204"/>
              <a:ea typeface="Tahoma" panose="020B0604030504040204"/>
              <a:cs typeface="Tahoma" panose="020B0604030504040204"/>
              <a:sym typeface="Tahoma" panose="020B0604030504040204"/>
            </a:endParaRPr>
          </a:p>
          <a:p>
            <a:pPr marL="0" marR="0" lvl="0" indent="0" algn="l" rtl="0">
              <a:lnSpc>
                <a:spcPct val="100000"/>
              </a:lnSpc>
              <a:spcBef>
                <a:spcPts val="300"/>
              </a:spcBef>
              <a:spcAft>
                <a:spcPts val="0"/>
              </a:spcAft>
              <a:buClr>
                <a:srgbClr val="1F1F1F"/>
              </a:buClr>
              <a:buSzPts val="1200"/>
              <a:buFont typeface="Tahoma" panose="020B0604030504040204"/>
              <a:buNone/>
            </a:pPr>
            <a:r>
              <a:rPr lang="en-US" sz="1200" b="0" i="0" u="none" strike="noStrike" cap="none">
                <a:solidFill>
                  <a:srgbClr val="1F1F1F"/>
                </a:solidFill>
                <a:latin typeface="Tahoma" panose="020B0604030504040204"/>
                <a:ea typeface="Tahoma" panose="020B0604030504040204"/>
                <a:cs typeface="Tahoma" panose="020B0604030504040204"/>
                <a:sym typeface="Tahoma" panose="020B0604030504040204"/>
              </a:rPr>
              <a:t>Text extraction, cleaning and chunking</a:t>
            </a:r>
            <a:endParaRPr sz="1200" b="0" i="0" u="none" strike="noStrike" cap="none">
              <a:solidFill>
                <a:srgbClr val="1F1F1F"/>
              </a:solidFill>
              <a:latin typeface="Tahoma" panose="020B0604030504040204"/>
              <a:ea typeface="Tahoma" panose="020B0604030504040204"/>
              <a:cs typeface="Tahoma" panose="020B0604030504040204"/>
              <a:sym typeface="Tahoma" panose="020B0604030504040204"/>
            </a:endParaRPr>
          </a:p>
        </p:txBody>
      </p:sp>
      <p:sp>
        <p:nvSpPr>
          <p:cNvPr id="113" name="Google Shape;113;p8"/>
          <p:cNvSpPr/>
          <p:nvPr/>
        </p:nvSpPr>
        <p:spPr>
          <a:xfrm>
            <a:off x="548640" y="2240280"/>
            <a:ext cx="3931920" cy="960120"/>
          </a:xfrm>
          <a:prstGeom prst="roundRect">
            <a:avLst>
              <a:gd name="adj" fmla="val 8000"/>
            </a:avLst>
          </a:prstGeom>
          <a:solidFill>
            <a:srgbClr val="E8F4EC"/>
          </a:solidFill>
          <a:ln>
            <a:noFill/>
          </a:ln>
        </p:spPr>
        <p:txBody>
          <a:bodyPr spcFirstLastPara="1" wrap="square" lIns="137150" tIns="137150" rIns="137150" bIns="137150" anchor="ctr" anchorCtr="0">
            <a:noAutofit/>
          </a:bodyPr>
          <a:lstStyle/>
          <a:p>
            <a:pPr marL="0" marR="0" lvl="0" indent="0" algn="l" rtl="0">
              <a:lnSpc>
                <a:spcPct val="100000"/>
              </a:lnSpc>
              <a:spcBef>
                <a:spcPts val="0"/>
              </a:spcBef>
              <a:spcAft>
                <a:spcPts val="0"/>
              </a:spcAft>
              <a:buClr>
                <a:srgbClr val="007434"/>
              </a:buClr>
              <a:buSzPts val="1300"/>
              <a:buFont typeface="Tahoma" panose="020B0604030504040204"/>
              <a:buNone/>
            </a:pPr>
            <a:r>
              <a:rPr lang="en-US" sz="1300" b="1" i="0" u="none" strike="noStrike" cap="none">
                <a:solidFill>
                  <a:srgbClr val="007434"/>
                </a:solidFill>
                <a:latin typeface="Tahoma" panose="020B0604030504040204"/>
                <a:ea typeface="Tahoma" panose="020B0604030504040204"/>
                <a:cs typeface="Tahoma" panose="020B0604030504040204"/>
                <a:sym typeface="Tahoma" panose="020B0604030504040204"/>
              </a:rPr>
              <a:t>Text Embeddings</a:t>
            </a:r>
            <a:endParaRPr sz="1300" b="1" i="0" u="none" strike="noStrike" cap="none">
              <a:solidFill>
                <a:srgbClr val="007434"/>
              </a:solidFill>
              <a:latin typeface="Tahoma" panose="020B0604030504040204"/>
              <a:ea typeface="Tahoma" panose="020B0604030504040204"/>
              <a:cs typeface="Tahoma" panose="020B0604030504040204"/>
              <a:sym typeface="Tahoma" panose="020B0604030504040204"/>
            </a:endParaRPr>
          </a:p>
          <a:p>
            <a:pPr marL="0" marR="0" lvl="0" indent="0" algn="l" rtl="0">
              <a:lnSpc>
                <a:spcPct val="100000"/>
              </a:lnSpc>
              <a:spcBef>
                <a:spcPts val="300"/>
              </a:spcBef>
              <a:spcAft>
                <a:spcPts val="0"/>
              </a:spcAft>
              <a:buClr>
                <a:srgbClr val="1F1F1F"/>
              </a:buClr>
              <a:buSzPts val="1200"/>
              <a:buFont typeface="Tahoma" panose="020B0604030504040204"/>
              <a:buNone/>
            </a:pPr>
            <a:r>
              <a:rPr lang="en-US" sz="1200" b="0" i="0" u="none" strike="noStrike" cap="none">
                <a:solidFill>
                  <a:srgbClr val="1F1F1F"/>
                </a:solidFill>
                <a:latin typeface="Tahoma" panose="020B0604030504040204"/>
                <a:ea typeface="Tahoma" panose="020B0604030504040204"/>
                <a:cs typeface="Tahoma" panose="020B0604030504040204"/>
                <a:sym typeface="Tahoma" panose="020B0604030504040204"/>
              </a:rPr>
              <a:t>Numerical vectors for semantic similarity</a:t>
            </a:r>
            <a:endParaRPr sz="1200" b="0" i="0" u="none" strike="noStrike" cap="none">
              <a:solidFill>
                <a:srgbClr val="1F1F1F"/>
              </a:solidFill>
              <a:latin typeface="Tahoma" panose="020B0604030504040204"/>
              <a:ea typeface="Tahoma" panose="020B0604030504040204"/>
              <a:cs typeface="Tahoma" panose="020B0604030504040204"/>
              <a:sym typeface="Tahoma" panose="020B0604030504040204"/>
            </a:endParaRPr>
          </a:p>
        </p:txBody>
      </p:sp>
      <p:sp>
        <p:nvSpPr>
          <p:cNvPr id="114" name="Google Shape;114;p8"/>
          <p:cNvSpPr/>
          <p:nvPr/>
        </p:nvSpPr>
        <p:spPr>
          <a:xfrm>
            <a:off x="4663440" y="2240280"/>
            <a:ext cx="3931920" cy="960120"/>
          </a:xfrm>
          <a:prstGeom prst="roundRect">
            <a:avLst>
              <a:gd name="adj" fmla="val 8000"/>
            </a:avLst>
          </a:prstGeom>
          <a:solidFill>
            <a:srgbClr val="E8F4EC"/>
          </a:solidFill>
          <a:ln>
            <a:noFill/>
          </a:ln>
        </p:spPr>
        <p:txBody>
          <a:bodyPr spcFirstLastPara="1" wrap="square" lIns="137150" tIns="137150" rIns="137150" bIns="137150" anchor="ctr" anchorCtr="0">
            <a:noAutofit/>
          </a:bodyPr>
          <a:lstStyle/>
          <a:p>
            <a:pPr marL="0" marR="0" lvl="0" indent="0" algn="l" rtl="0">
              <a:lnSpc>
                <a:spcPct val="100000"/>
              </a:lnSpc>
              <a:spcBef>
                <a:spcPts val="0"/>
              </a:spcBef>
              <a:spcAft>
                <a:spcPts val="0"/>
              </a:spcAft>
              <a:buClr>
                <a:srgbClr val="007434"/>
              </a:buClr>
              <a:buSzPts val="1300"/>
              <a:buFont typeface="Tahoma" panose="020B0604030504040204"/>
              <a:buNone/>
            </a:pPr>
            <a:r>
              <a:rPr lang="en-US" sz="1300" b="1" i="0" u="none" strike="noStrike" cap="none">
                <a:solidFill>
                  <a:srgbClr val="007434"/>
                </a:solidFill>
                <a:latin typeface="Tahoma" panose="020B0604030504040204"/>
                <a:ea typeface="Tahoma" panose="020B0604030504040204"/>
                <a:cs typeface="Tahoma" panose="020B0604030504040204"/>
                <a:sym typeface="Tahoma" panose="020B0604030504040204"/>
              </a:rPr>
              <a:t>Vector Search</a:t>
            </a:r>
            <a:endParaRPr sz="1300" b="1" i="0" u="none" strike="noStrike" cap="none">
              <a:solidFill>
                <a:srgbClr val="007434"/>
              </a:solidFill>
              <a:latin typeface="Tahoma" panose="020B0604030504040204"/>
              <a:ea typeface="Tahoma" panose="020B0604030504040204"/>
              <a:cs typeface="Tahoma" panose="020B0604030504040204"/>
              <a:sym typeface="Tahoma" panose="020B0604030504040204"/>
            </a:endParaRPr>
          </a:p>
          <a:p>
            <a:pPr marL="0" marR="0" lvl="0" indent="0" algn="l" rtl="0">
              <a:lnSpc>
                <a:spcPct val="100000"/>
              </a:lnSpc>
              <a:spcBef>
                <a:spcPts val="300"/>
              </a:spcBef>
              <a:spcAft>
                <a:spcPts val="0"/>
              </a:spcAft>
              <a:buClr>
                <a:srgbClr val="1F1F1F"/>
              </a:buClr>
              <a:buSzPts val="1200"/>
              <a:buFont typeface="Tahoma" panose="020B0604030504040204"/>
              <a:buNone/>
            </a:pPr>
            <a:r>
              <a:rPr lang="en-US" sz="1200" b="0" i="0" u="none" strike="noStrike" cap="none">
                <a:solidFill>
                  <a:srgbClr val="1F1F1F"/>
                </a:solidFill>
                <a:latin typeface="Tahoma" panose="020B0604030504040204"/>
                <a:ea typeface="Tahoma" panose="020B0604030504040204"/>
                <a:cs typeface="Tahoma" panose="020B0604030504040204"/>
                <a:sym typeface="Tahoma" panose="020B0604030504040204"/>
              </a:rPr>
              <a:t>Searchable vector store / index</a:t>
            </a:r>
            <a:endParaRPr sz="1200" b="0" i="0" u="none" strike="noStrike" cap="none">
              <a:solidFill>
                <a:srgbClr val="1F1F1F"/>
              </a:solidFill>
              <a:latin typeface="Tahoma" panose="020B0604030504040204"/>
              <a:ea typeface="Tahoma" panose="020B0604030504040204"/>
              <a:cs typeface="Tahoma" panose="020B0604030504040204"/>
              <a:sym typeface="Tahoma" panose="020B0604030504040204"/>
            </a:endParaRPr>
          </a:p>
        </p:txBody>
      </p:sp>
      <p:sp>
        <p:nvSpPr>
          <p:cNvPr id="115" name="Google Shape;115;p8"/>
          <p:cNvSpPr/>
          <p:nvPr/>
        </p:nvSpPr>
        <p:spPr>
          <a:xfrm>
            <a:off x="548640" y="3337560"/>
            <a:ext cx="3931920" cy="960120"/>
          </a:xfrm>
          <a:prstGeom prst="roundRect">
            <a:avLst>
              <a:gd name="adj" fmla="val 8000"/>
            </a:avLst>
          </a:prstGeom>
          <a:solidFill>
            <a:srgbClr val="E8F4EC"/>
          </a:solidFill>
          <a:ln>
            <a:noFill/>
          </a:ln>
        </p:spPr>
        <p:txBody>
          <a:bodyPr spcFirstLastPara="1" wrap="square" lIns="137150" tIns="137150" rIns="137150" bIns="137150" anchor="ctr" anchorCtr="0">
            <a:noAutofit/>
          </a:bodyPr>
          <a:lstStyle/>
          <a:p>
            <a:pPr marL="0" marR="0" lvl="0" indent="0" algn="l" rtl="0">
              <a:lnSpc>
                <a:spcPct val="100000"/>
              </a:lnSpc>
              <a:spcBef>
                <a:spcPts val="0"/>
              </a:spcBef>
              <a:spcAft>
                <a:spcPts val="0"/>
              </a:spcAft>
              <a:buClr>
                <a:srgbClr val="007434"/>
              </a:buClr>
              <a:buSzPts val="1300"/>
              <a:buFont typeface="Tahoma" panose="020B0604030504040204"/>
              <a:buNone/>
            </a:pPr>
            <a:r>
              <a:rPr lang="en-US" sz="1300" b="1" i="0" u="none" strike="noStrike" cap="none">
                <a:solidFill>
                  <a:srgbClr val="007434"/>
                </a:solidFill>
                <a:latin typeface="Tahoma" panose="020B0604030504040204"/>
                <a:ea typeface="Tahoma" panose="020B0604030504040204"/>
                <a:cs typeface="Tahoma" panose="020B0604030504040204"/>
                <a:sym typeface="Tahoma" panose="020B0604030504040204"/>
              </a:rPr>
              <a:t>LLM Integration</a:t>
            </a:r>
            <a:endParaRPr sz="1300" b="1" i="0" u="none" strike="noStrike" cap="none">
              <a:solidFill>
                <a:srgbClr val="007434"/>
              </a:solidFill>
              <a:latin typeface="Tahoma" panose="020B0604030504040204"/>
              <a:ea typeface="Tahoma" panose="020B0604030504040204"/>
              <a:cs typeface="Tahoma" panose="020B0604030504040204"/>
              <a:sym typeface="Tahoma" panose="020B0604030504040204"/>
            </a:endParaRPr>
          </a:p>
          <a:p>
            <a:pPr marL="0" marR="0" lvl="0" indent="0" algn="l" rtl="0">
              <a:lnSpc>
                <a:spcPct val="100000"/>
              </a:lnSpc>
              <a:spcBef>
                <a:spcPts val="300"/>
              </a:spcBef>
              <a:spcAft>
                <a:spcPts val="0"/>
              </a:spcAft>
              <a:buClr>
                <a:srgbClr val="1F1F1F"/>
              </a:buClr>
              <a:buSzPts val="1200"/>
              <a:buFont typeface="Tahoma" panose="020B0604030504040204"/>
              <a:buNone/>
            </a:pPr>
            <a:r>
              <a:rPr lang="en-US" sz="1200" b="0" i="0" u="none" strike="noStrike" cap="none">
                <a:solidFill>
                  <a:srgbClr val="1F1F1F"/>
                </a:solidFill>
                <a:latin typeface="Tahoma" panose="020B0604030504040204"/>
                <a:ea typeface="Tahoma" panose="020B0604030504040204"/>
                <a:cs typeface="Tahoma" panose="020B0604030504040204"/>
                <a:sym typeface="Tahoma" panose="020B0604030504040204"/>
              </a:rPr>
              <a:t>Answers generated from retrieved context</a:t>
            </a:r>
            <a:endParaRPr sz="1200" b="0" i="0" u="none" strike="noStrike" cap="none">
              <a:solidFill>
                <a:srgbClr val="1F1F1F"/>
              </a:solidFill>
              <a:latin typeface="Tahoma" panose="020B0604030504040204"/>
              <a:ea typeface="Tahoma" panose="020B0604030504040204"/>
              <a:cs typeface="Tahoma" panose="020B0604030504040204"/>
              <a:sym typeface="Tahoma" panose="020B0604030504040204"/>
            </a:endParaRPr>
          </a:p>
        </p:txBody>
      </p:sp>
      <p:sp>
        <p:nvSpPr>
          <p:cNvPr id="116" name="Google Shape;116;p8"/>
          <p:cNvSpPr/>
          <p:nvPr/>
        </p:nvSpPr>
        <p:spPr>
          <a:xfrm>
            <a:off x="4663440" y="3337560"/>
            <a:ext cx="3931920" cy="960120"/>
          </a:xfrm>
          <a:prstGeom prst="roundRect">
            <a:avLst>
              <a:gd name="adj" fmla="val 8000"/>
            </a:avLst>
          </a:prstGeom>
          <a:solidFill>
            <a:srgbClr val="E8F4EC"/>
          </a:solidFill>
          <a:ln>
            <a:noFill/>
          </a:ln>
        </p:spPr>
        <p:txBody>
          <a:bodyPr spcFirstLastPara="1" wrap="square" lIns="137150" tIns="137150" rIns="137150" bIns="137150" anchor="ctr" anchorCtr="0">
            <a:noAutofit/>
          </a:bodyPr>
          <a:lstStyle/>
          <a:p>
            <a:pPr marL="0" marR="0" lvl="0" indent="0" algn="l" rtl="0">
              <a:lnSpc>
                <a:spcPct val="100000"/>
              </a:lnSpc>
              <a:spcBef>
                <a:spcPts val="0"/>
              </a:spcBef>
              <a:spcAft>
                <a:spcPts val="0"/>
              </a:spcAft>
              <a:buClr>
                <a:srgbClr val="007434"/>
              </a:buClr>
              <a:buSzPts val="1300"/>
              <a:buFont typeface="Tahoma" panose="020B0604030504040204"/>
              <a:buNone/>
            </a:pPr>
            <a:r>
              <a:rPr lang="en-US" sz="1300" b="1" i="0" u="none" strike="noStrike" cap="none">
                <a:solidFill>
                  <a:srgbClr val="007434"/>
                </a:solidFill>
                <a:latin typeface="Tahoma" panose="020B0604030504040204"/>
                <a:ea typeface="Tahoma" panose="020B0604030504040204"/>
                <a:cs typeface="Tahoma" panose="020B0604030504040204"/>
                <a:sym typeface="Tahoma" panose="020B0604030504040204"/>
              </a:rPr>
              <a:t>User Interface</a:t>
            </a:r>
            <a:endParaRPr sz="1300" b="1" i="0" u="none" strike="noStrike" cap="none">
              <a:solidFill>
                <a:srgbClr val="007434"/>
              </a:solidFill>
              <a:latin typeface="Tahoma" panose="020B0604030504040204"/>
              <a:ea typeface="Tahoma" panose="020B0604030504040204"/>
              <a:cs typeface="Tahoma" panose="020B0604030504040204"/>
              <a:sym typeface="Tahoma" panose="020B0604030504040204"/>
            </a:endParaRPr>
          </a:p>
          <a:p>
            <a:pPr marL="0" marR="0" lvl="0" indent="0" algn="l" rtl="0">
              <a:lnSpc>
                <a:spcPct val="100000"/>
              </a:lnSpc>
              <a:spcBef>
                <a:spcPts val="300"/>
              </a:spcBef>
              <a:spcAft>
                <a:spcPts val="0"/>
              </a:spcAft>
              <a:buClr>
                <a:srgbClr val="1F1F1F"/>
              </a:buClr>
              <a:buSzPts val="1200"/>
              <a:buFont typeface="Tahoma" panose="020B0604030504040204"/>
              <a:buNone/>
            </a:pPr>
            <a:r>
              <a:rPr lang="en-US" sz="1200" b="0" i="0" u="none" strike="noStrike" cap="none">
                <a:solidFill>
                  <a:srgbClr val="1F1F1F"/>
                </a:solidFill>
                <a:latin typeface="Tahoma" panose="020B0604030504040204"/>
                <a:ea typeface="Tahoma" panose="020B0604030504040204"/>
                <a:cs typeface="Tahoma" panose="020B0604030504040204"/>
                <a:sym typeface="Tahoma" panose="020B0604030504040204"/>
              </a:rPr>
              <a:t>Simple interface for questions and responses</a:t>
            </a:r>
            <a:endParaRPr sz="1200" b="0" i="0" u="none" strike="noStrike" cap="none">
              <a:solidFill>
                <a:srgbClr val="1F1F1F"/>
              </a:solidFill>
              <a:latin typeface="Tahoma" panose="020B0604030504040204"/>
              <a:ea typeface="Tahoma" panose="020B0604030504040204"/>
              <a:cs typeface="Tahoma" panose="020B0604030504040204"/>
              <a:sym typeface="Tahoma" panose="020B0604030504040204"/>
            </a:endParaRPr>
          </a:p>
        </p:txBody>
      </p:sp>
      <p:sp>
        <p:nvSpPr>
          <p:cNvPr id="117" name="Google Shape;117;p8"/>
          <p:cNvSpPr/>
          <p:nvPr/>
        </p:nvSpPr>
        <p:spPr>
          <a:xfrm>
            <a:off x="548640" y="4434840"/>
            <a:ext cx="3931920" cy="960120"/>
          </a:xfrm>
          <a:prstGeom prst="roundRect">
            <a:avLst>
              <a:gd name="adj" fmla="val 8000"/>
            </a:avLst>
          </a:prstGeom>
          <a:solidFill>
            <a:srgbClr val="E8F4EC"/>
          </a:solidFill>
          <a:ln>
            <a:noFill/>
          </a:ln>
        </p:spPr>
        <p:txBody>
          <a:bodyPr spcFirstLastPara="1" wrap="square" lIns="137150" tIns="137150" rIns="137150" bIns="137150" anchor="ctr" anchorCtr="0">
            <a:noAutofit/>
          </a:bodyPr>
          <a:lstStyle/>
          <a:p>
            <a:pPr marL="0" marR="0" lvl="0" indent="0" algn="l" rtl="0">
              <a:lnSpc>
                <a:spcPct val="100000"/>
              </a:lnSpc>
              <a:spcBef>
                <a:spcPts val="0"/>
              </a:spcBef>
              <a:spcAft>
                <a:spcPts val="0"/>
              </a:spcAft>
              <a:buClr>
                <a:srgbClr val="007434"/>
              </a:buClr>
              <a:buSzPts val="1300"/>
              <a:buFont typeface="Tahoma" panose="020B0604030504040204"/>
              <a:buNone/>
            </a:pPr>
            <a:r>
              <a:rPr lang="en-US" sz="1300" b="1" i="0" u="none" strike="noStrike" cap="none">
                <a:solidFill>
                  <a:srgbClr val="007434"/>
                </a:solidFill>
                <a:latin typeface="Tahoma" panose="020B0604030504040204"/>
                <a:ea typeface="Tahoma" panose="020B0604030504040204"/>
                <a:cs typeface="Tahoma" panose="020B0604030504040204"/>
                <a:sym typeface="Tahoma" panose="020B0604030504040204"/>
              </a:rPr>
              <a:t>Development</a:t>
            </a:r>
            <a:endParaRPr sz="1300" b="1" i="0" u="none" strike="noStrike" cap="none">
              <a:solidFill>
                <a:srgbClr val="007434"/>
              </a:solidFill>
              <a:latin typeface="Tahoma" panose="020B0604030504040204"/>
              <a:ea typeface="Tahoma" panose="020B0604030504040204"/>
              <a:cs typeface="Tahoma" panose="020B0604030504040204"/>
              <a:sym typeface="Tahoma" panose="020B0604030504040204"/>
            </a:endParaRPr>
          </a:p>
          <a:p>
            <a:pPr marL="0" marR="0" lvl="0" indent="0" algn="l" rtl="0">
              <a:lnSpc>
                <a:spcPct val="100000"/>
              </a:lnSpc>
              <a:spcBef>
                <a:spcPts val="300"/>
              </a:spcBef>
              <a:spcAft>
                <a:spcPts val="0"/>
              </a:spcAft>
              <a:buClr>
                <a:srgbClr val="1F1F1F"/>
              </a:buClr>
              <a:buSzPts val="1200"/>
              <a:buFont typeface="Tahoma" panose="020B0604030504040204"/>
              <a:buNone/>
            </a:pPr>
            <a:r>
              <a:rPr lang="en-US" sz="1200" b="0" i="0" u="none" strike="noStrike" cap="none">
                <a:solidFill>
                  <a:srgbClr val="1F1F1F"/>
                </a:solidFill>
                <a:latin typeface="Tahoma" panose="020B0604030504040204"/>
                <a:ea typeface="Tahoma" panose="020B0604030504040204"/>
                <a:cs typeface="Tahoma" panose="020B0604030504040204"/>
                <a:sym typeface="Tahoma" panose="020B0604030504040204"/>
              </a:rPr>
              <a:t>Programming environment, version control</a:t>
            </a:r>
            <a:endParaRPr sz="1200" b="0" i="0" u="none" strike="noStrike" cap="none">
              <a:solidFill>
                <a:srgbClr val="1F1F1F"/>
              </a:solidFill>
              <a:latin typeface="Tahoma" panose="020B0604030504040204"/>
              <a:ea typeface="Tahoma" panose="020B0604030504040204"/>
              <a:cs typeface="Tahoma" panose="020B0604030504040204"/>
              <a:sym typeface="Tahoma" panose="020B0604030504040204"/>
            </a:endParaRPr>
          </a:p>
        </p:txBody>
      </p:sp>
      <p:sp>
        <p:nvSpPr>
          <p:cNvPr id="118" name="Google Shape;118;p8"/>
          <p:cNvSpPr/>
          <p:nvPr/>
        </p:nvSpPr>
        <p:spPr>
          <a:xfrm>
            <a:off x="4663440" y="4434840"/>
            <a:ext cx="3931920" cy="960120"/>
          </a:xfrm>
          <a:prstGeom prst="roundRect">
            <a:avLst>
              <a:gd name="adj" fmla="val 8000"/>
            </a:avLst>
          </a:prstGeom>
          <a:solidFill>
            <a:srgbClr val="E8F4EC"/>
          </a:solidFill>
          <a:ln>
            <a:noFill/>
          </a:ln>
        </p:spPr>
        <p:txBody>
          <a:bodyPr spcFirstLastPara="1" wrap="square" lIns="137150" tIns="137150" rIns="137150" bIns="137150" anchor="ctr" anchorCtr="0">
            <a:noAutofit/>
          </a:bodyPr>
          <a:lstStyle/>
          <a:p>
            <a:pPr marL="0" marR="0" lvl="0" indent="0" algn="l" rtl="0">
              <a:lnSpc>
                <a:spcPct val="100000"/>
              </a:lnSpc>
              <a:spcBef>
                <a:spcPts val="0"/>
              </a:spcBef>
              <a:spcAft>
                <a:spcPts val="0"/>
              </a:spcAft>
              <a:buClr>
                <a:srgbClr val="007434"/>
              </a:buClr>
              <a:buSzPts val="1300"/>
              <a:buFont typeface="Tahoma" panose="020B0604030504040204"/>
              <a:buNone/>
            </a:pPr>
            <a:r>
              <a:rPr lang="en-US" sz="1300" b="1" i="0" u="none" strike="noStrike" cap="none">
                <a:solidFill>
                  <a:srgbClr val="007434"/>
                </a:solidFill>
                <a:latin typeface="Tahoma" panose="020B0604030504040204"/>
                <a:ea typeface="Tahoma" panose="020B0604030504040204"/>
                <a:cs typeface="Tahoma" panose="020B0604030504040204"/>
                <a:sym typeface="Tahoma" panose="020B0604030504040204"/>
              </a:rPr>
              <a:t>Scope</a:t>
            </a:r>
            <a:endParaRPr sz="1300" b="1" i="0" u="none" strike="noStrike" cap="none">
              <a:solidFill>
                <a:srgbClr val="007434"/>
              </a:solidFill>
              <a:latin typeface="Tahoma" panose="020B0604030504040204"/>
              <a:ea typeface="Tahoma" panose="020B0604030504040204"/>
              <a:cs typeface="Tahoma" panose="020B0604030504040204"/>
              <a:sym typeface="Tahoma" panose="020B0604030504040204"/>
            </a:endParaRPr>
          </a:p>
          <a:p>
            <a:pPr marL="0" marR="0" lvl="0" indent="0" algn="l" rtl="0">
              <a:lnSpc>
                <a:spcPct val="100000"/>
              </a:lnSpc>
              <a:spcBef>
                <a:spcPts val="300"/>
              </a:spcBef>
              <a:spcAft>
                <a:spcPts val="0"/>
              </a:spcAft>
              <a:buClr>
                <a:srgbClr val="1F1F1F"/>
              </a:buClr>
              <a:buSzPts val="1200"/>
              <a:buFont typeface="Tahoma" panose="020B0604030504040204"/>
              <a:buNone/>
            </a:pPr>
            <a:r>
              <a:rPr lang="en-US" sz="1200" b="0" i="0" u="none" strike="noStrike" cap="none">
                <a:solidFill>
                  <a:srgbClr val="1F1F1F"/>
                </a:solidFill>
                <a:latin typeface="Tahoma" panose="020B0604030504040204"/>
                <a:ea typeface="Tahoma" panose="020B0604030504040204"/>
                <a:cs typeface="Tahoma" panose="020B0604030504040204"/>
                <a:sym typeface="Tahoma" panose="020B0604030504040204"/>
              </a:rPr>
              <a:t>Core RAG workflow only</a:t>
            </a:r>
            <a:endParaRPr sz="1200" b="0" i="0" u="none" strike="noStrike" cap="none">
              <a:solidFill>
                <a:srgbClr val="1F1F1F"/>
              </a:solidFill>
              <a:latin typeface="Tahoma" panose="020B0604030504040204"/>
              <a:ea typeface="Tahoma" panose="020B0604030504040204"/>
              <a:cs typeface="Tahoma" panose="020B0604030504040204"/>
              <a:sym typeface="Tahoma" panose="020B060403050404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22" name="Shape 122"/>
        <p:cNvGrpSpPr/>
        <p:nvPr/>
      </p:nvGrpSpPr>
      <p:grpSpPr>
        <a:xfrm>
          <a:off x="0" y="0"/>
          <a:ext cx="0" cy="0"/>
          <a:chOff x="0" y="0"/>
          <a:chExt cx="0" cy="0"/>
        </a:xfrm>
      </p:grpSpPr>
      <p:sp>
        <p:nvSpPr>
          <p:cNvPr id="123" name="Google Shape;123;p9"/>
          <p:cNvSpPr txBox="1"/>
          <p:nvPr>
            <p:ph type="title"/>
          </p:nvPr>
        </p:nvSpPr>
        <p:spPr>
          <a:xfrm>
            <a:off x="457200" y="274640"/>
            <a:ext cx="8229600" cy="68048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B050"/>
              </a:buClr>
              <a:buSzPts val="2600"/>
              <a:buFont typeface="Tahoma" panose="020B0604030504040204"/>
              <a:buNone/>
            </a:pPr>
            <a:r>
              <a:rPr lang="en-US"/>
              <a:t>4. Summary of Experience</a:t>
            </a:r>
            <a:endParaRPr lang="en-US"/>
          </a:p>
        </p:txBody>
      </p:sp>
      <p:sp>
        <p:nvSpPr>
          <p:cNvPr id="124" name="Google Shape;124;p9"/>
          <p:cNvSpPr txBox="1"/>
          <p:nvPr>
            <p:ph type="sldNum" idx="12"/>
          </p:nvPr>
        </p:nvSpPr>
        <p:spPr>
          <a:xfrm>
            <a:off x="4648200" y="6266141"/>
            <a:ext cx="2057400" cy="365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fld>
            <a:endParaRPr lang="en-US"/>
          </a:p>
        </p:txBody>
      </p:sp>
      <p:sp>
        <p:nvSpPr>
          <p:cNvPr id="125" name="Google Shape;125;p9"/>
          <p:cNvSpPr txBox="1"/>
          <p:nvPr/>
        </p:nvSpPr>
        <p:spPr>
          <a:xfrm>
            <a:off x="548640" y="1051560"/>
            <a:ext cx="8046720" cy="457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panose="020B0604020202020204"/>
              <a:buNone/>
            </a:pPr>
            <a:r>
              <a:rPr lang="en-US" sz="1700">
                <a:solidFill>
                  <a:srgbClr val="1F1F1F"/>
                </a:solidFill>
                <a:latin typeface="Tahoma" panose="020B0604030504040204"/>
                <a:ea typeface="Tahoma" panose="020B0604030504040204"/>
                <a:cs typeface="Tahoma" panose="020B0604030504040204"/>
                <a:sym typeface="Tahoma" panose="020B0604030504040204"/>
              </a:rPr>
              <a:t>The four-week Data Science internship at CODTECH IT Solutions Private Limited (15 July – 12 August 2026) strengthened my understanding of data science and its applications. The RAG-Based AI Teaching Assistant project showed how document processing, information retrieval and natural-language generation work together for educational question answering. I learned that information must be prepared before an AI application can use it: dividing text into chunks, representing it as embeddings and retrieving relevant passages. The experience also stressed a systematic process – understanding requirements, splitting a problem into components, selecting tools and examining behaviour – and that AI answers depend on the quality and relevance of the information supplied. Overall, it linked Data Science and AI concepts to a practical project and encouraged structured problem-solving.</a:t>
            </a:r>
            <a:endParaRPr sz="1700">
              <a:solidFill>
                <a:srgbClr val="1F1F1F"/>
              </a:solidFill>
              <a:latin typeface="Tahoma" panose="020B0604030504040204"/>
              <a:ea typeface="Tahoma" panose="020B0604030504040204"/>
              <a:cs typeface="Tahoma" panose="020B0604030504040204"/>
              <a:sym typeface="Tahoma" panose="020B060403050404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48" name="Shape 48"/>
        <p:cNvGrpSpPr/>
        <p:nvPr/>
      </p:nvGrpSpPr>
      <p:grpSpPr>
        <a:xfrm>
          <a:off x="0" y="0"/>
          <a:ext cx="0" cy="0"/>
          <a:chOff x="0" y="0"/>
          <a:chExt cx="0" cy="0"/>
        </a:xfrm>
      </p:grpSpPr>
      <p:sp>
        <p:nvSpPr>
          <p:cNvPr id="49" name="Google Shape;49;p3"/>
          <p:cNvSpPr txBox="1"/>
          <p:nvPr>
            <p:ph type="title"/>
          </p:nvPr>
        </p:nvSpPr>
        <p:spPr>
          <a:xfrm>
            <a:off x="457200" y="274640"/>
            <a:ext cx="8229600" cy="68048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B050"/>
              </a:buClr>
              <a:buSzPts val="2600"/>
              <a:buFont typeface="Tahoma" panose="020B0604030504040204"/>
              <a:buNone/>
            </a:pPr>
            <a:r>
              <a:rPr lang="en-US"/>
              <a:t>4. Summary – Implementation Workflow</a:t>
            </a:r>
            <a:endParaRPr lang="en-US"/>
          </a:p>
        </p:txBody>
      </p:sp>
      <p:sp>
        <p:nvSpPr>
          <p:cNvPr id="50" name="Google Shape;50;p3"/>
          <p:cNvSpPr txBox="1"/>
          <p:nvPr>
            <p:ph type="sldNum" idx="12"/>
          </p:nvPr>
        </p:nvSpPr>
        <p:spPr>
          <a:xfrm>
            <a:off x="4648200" y="6266141"/>
            <a:ext cx="2057400" cy="365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fld>
            <a:endParaRPr lang="en-US"/>
          </a:p>
        </p:txBody>
      </p:sp>
      <p:pic>
        <p:nvPicPr>
          <p:cNvPr id="300" name="Implementation workflow" descr="Figure 2.1 Implementation workflow"/>
          <p:cNvPicPr preferRelativeResize="0"/>
          <p:nvPr/>
        </p:nvPicPr>
        <p:blipFill rotWithShape="1">
          <a:blip r:embed="rId1"/>
          <a:srcRect/>
          <a:stretch>
            <a:fillRect/>
          </a:stretch>
        </p:blipFill>
        <p:spPr>
          <a:xfrm>
            <a:off x="548639" y="1188720"/>
            <a:ext cx="8046720" cy="3966027"/>
          </a:xfrm>
          <a:prstGeom prst="rect">
            <a:avLst/>
          </a:prstGeom>
          <a:ln w="9525">
            <a:solidFill>
              <a:srgbClr val="D5E8DB"/>
            </a:solidFill>
          </a:ln>
        </p:spPr>
      </p:pic>
      <p:sp>
        <p:nvSpPr>
          <p:cNvPr id="301" name="Caption"/>
          <p:cNvSpPr txBox="1"/>
          <p:nvPr/>
        </p:nvSpPr>
        <p:spPr>
          <a:xfrm>
            <a:off x="914400" y="5264475"/>
            <a:ext cx="7315200" cy="320040"/>
          </a:xfrm>
          <a:prstGeom prst="rect">
            <a:avLst/>
          </a:prstGeom>
          <a:noFill/>
          <a:ln>
            <a:noFill/>
          </a:ln>
        </p:spPr>
        <p:txBody>
          <a:bodyPr wrap="square" lIns="45700" tIns="45700" rIns="45700" bIns="45700" anchor="t">
            <a:noAutofit/>
          </a:bodyPr>
          <a:lstStyle/>
          <a:p>
            <a:pPr marL="0" indent="0" algn="ctr">
              <a:lnSpc>
                <a:spcPct val="100000"/>
              </a:lnSpc>
              <a:spcBef>
                <a:spcPts val="0"/>
              </a:spcBef>
              <a:spcAft>
                <a:spcPts val="0"/>
              </a:spcAft>
              <a:buNone/>
            </a:pPr>
            <a:r>
              <a:rPr lang="en-US" sz="1100" b="0" i="0">
                <a:solidFill>
                  <a:srgbClr val="555555"/>
                </a:solidFill>
                <a:latin typeface="Tahoma" panose="020B0604030504040204"/>
                <a:ea typeface="Tahoma" panose="020B0604030504040204"/>
                <a:cs typeface="Tahoma" panose="020B0604030504040204"/>
                <a:sym typeface="Tahoma" panose="020B0604030504040204"/>
              </a:rPr>
              <a:t>Figure 2.1 – Implementation Workflow</a:t>
            </a:r>
            <a:endParaRPr lang="en-US" sz="1100" b="0" i="0">
              <a:solidFill>
                <a:srgbClr val="555555"/>
              </a:solidFill>
              <a:latin typeface="Tahoma" panose="020B0604030504040204"/>
              <a:ea typeface="Tahoma" panose="020B0604030504040204"/>
              <a:cs typeface="Tahoma" panose="020B0604030504040204"/>
              <a:sym typeface="Tahoma" panose="020B060403050404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48" name="Shape 48"/>
        <p:cNvGrpSpPr/>
        <p:nvPr/>
      </p:nvGrpSpPr>
      <p:grpSpPr>
        <a:xfrm>
          <a:off x="0" y="0"/>
          <a:ext cx="0" cy="0"/>
          <a:chOff x="0" y="0"/>
          <a:chExt cx="0" cy="0"/>
        </a:xfrm>
      </p:grpSpPr>
      <p:sp>
        <p:nvSpPr>
          <p:cNvPr id="49" name="Google Shape;49;p3"/>
          <p:cNvSpPr txBox="1"/>
          <p:nvPr>
            <p:ph type="title"/>
          </p:nvPr>
        </p:nvSpPr>
        <p:spPr>
          <a:xfrm>
            <a:off x="457200" y="274640"/>
            <a:ext cx="8229600" cy="68048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B050"/>
              </a:buClr>
              <a:buSzPts val="2600"/>
              <a:buFont typeface="Tahoma" panose="020B0604030504040204"/>
              <a:buNone/>
            </a:pPr>
            <a:r>
              <a:rPr lang="en-US"/>
              <a:t>4. Summary – Functional Test Cases</a:t>
            </a:r>
            <a:endParaRPr lang="en-US"/>
          </a:p>
        </p:txBody>
      </p:sp>
      <p:sp>
        <p:nvSpPr>
          <p:cNvPr id="50" name="Google Shape;50;p3"/>
          <p:cNvSpPr txBox="1"/>
          <p:nvPr>
            <p:ph type="sldNum" idx="12"/>
          </p:nvPr>
        </p:nvSpPr>
        <p:spPr>
          <a:xfrm>
            <a:off x="4648200" y="6266141"/>
            <a:ext cx="2057400" cy="365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fld>
            <a:endParaRPr lang="en-US"/>
          </a:p>
        </p:txBody>
      </p:sp>
      <p:graphicFrame>
        <p:nvGraphicFramePr>
          <p:cNvPr id="300" name="Test cases table"/>
          <p:cNvGraphicFramePr>
            <a:graphicFrameLocks noGrp="1"/>
          </p:cNvGraphicFramePr>
          <p:nvPr/>
        </p:nvGraphicFramePr>
        <p:xfrm>
          <a:off x="548640" y="1143000"/>
          <a:ext cx="8046720" cy="4023360"/>
        </p:xfrm>
        <a:graphic>
          <a:graphicData uri="http://schemas.openxmlformats.org/drawingml/2006/table">
            <a:tbl>
              <a:tblPr firstRow="1" bandRow="1"/>
              <a:tblGrid>
                <a:gridCol w="822960"/>
                <a:gridCol w="3383280"/>
                <a:gridCol w="3840480"/>
              </a:tblGrid>
              <a:tr h="457200">
                <a:tc>
                  <a:txBody>
                    <a:bodyPr/>
                    <a:lstStyle/>
                    <a:p>
                      <a:pPr algn="l"/>
                      <a:r>
                        <a:rPr lang="en-US" sz="1200" b="1" i="0">
                          <a:solidFill>
                            <a:srgbClr val="FFFFFF"/>
                          </a:solidFill>
                          <a:latin typeface="Tahoma" panose="020B0604030504040204"/>
                          <a:ea typeface="Tahoma" panose="020B0604030504040204"/>
                          <a:cs typeface="Tahoma" panose="020B0604030504040204"/>
                          <a:sym typeface="Tahoma" panose="020B0604030504040204"/>
                        </a:rPr>
                        <a:t>Test ID</a:t>
                      </a:r>
                      <a:endParaRPr lang="en-US" sz="1200" b="1" i="0">
                        <a:solidFill>
                          <a:srgbClr val="FFFFFF"/>
                        </a:solidFill>
                        <a:latin typeface="Tahoma" panose="020B0604030504040204"/>
                        <a:ea typeface="Tahoma" panose="020B0604030504040204"/>
                        <a:cs typeface="Tahoma" panose="020B0604030504040204"/>
                        <a:sym typeface="Tahoma" panose="020B0604030504040204"/>
                      </a:endParaRPr>
                    </a:p>
                  </a:txBody>
                  <a:tcPr marT="64008" marB="64008" anchor="ctr">
                    <a:lnL w="12700">
                      <a:solidFill>
                        <a:srgbClr val="FFFFFF"/>
                      </a:solidFill>
                    </a:lnL>
                    <a:lnR w="12700">
                      <a:solidFill>
                        <a:srgbClr val="FFFFFF"/>
                      </a:solidFill>
                    </a:lnR>
                    <a:lnT w="12700">
                      <a:solidFill>
                        <a:srgbClr val="FFFFFF"/>
                      </a:solidFill>
                    </a:lnT>
                    <a:lnB w="12700">
                      <a:solidFill>
                        <a:srgbClr val="FFFFFF"/>
                      </a:solidFill>
                    </a:lnB>
                    <a:solidFill>
                      <a:srgbClr val="007434"/>
                    </a:solidFill>
                  </a:tcPr>
                </a:tc>
                <a:tc>
                  <a:txBody>
                    <a:bodyPr/>
                    <a:lstStyle/>
                    <a:p>
                      <a:pPr algn="l"/>
                      <a:r>
                        <a:rPr lang="en-US" sz="1200" b="1" i="0">
                          <a:solidFill>
                            <a:srgbClr val="FFFFFF"/>
                          </a:solidFill>
                          <a:latin typeface="Tahoma" panose="020B0604030504040204"/>
                          <a:ea typeface="Tahoma" panose="020B0604030504040204"/>
                          <a:cs typeface="Tahoma" panose="020B0604030504040204"/>
                          <a:sym typeface="Tahoma" panose="020B0604030504040204"/>
                        </a:rPr>
                        <a:t>Input / condition</a:t>
                      </a:r>
                      <a:endParaRPr lang="en-US" sz="1200" b="1" i="0">
                        <a:solidFill>
                          <a:srgbClr val="FFFFFF"/>
                        </a:solidFill>
                        <a:latin typeface="Tahoma" panose="020B0604030504040204"/>
                        <a:ea typeface="Tahoma" panose="020B0604030504040204"/>
                        <a:cs typeface="Tahoma" panose="020B0604030504040204"/>
                        <a:sym typeface="Tahoma" panose="020B0604030504040204"/>
                      </a:endParaRPr>
                    </a:p>
                  </a:txBody>
                  <a:tcPr marT="64008" marB="64008" anchor="ctr">
                    <a:lnL w="12700">
                      <a:solidFill>
                        <a:srgbClr val="FFFFFF"/>
                      </a:solidFill>
                    </a:lnL>
                    <a:lnR w="12700">
                      <a:solidFill>
                        <a:srgbClr val="FFFFFF"/>
                      </a:solidFill>
                    </a:lnR>
                    <a:lnT w="12700">
                      <a:solidFill>
                        <a:srgbClr val="FFFFFF"/>
                      </a:solidFill>
                    </a:lnT>
                    <a:lnB w="12700">
                      <a:solidFill>
                        <a:srgbClr val="FFFFFF"/>
                      </a:solidFill>
                    </a:lnB>
                    <a:solidFill>
                      <a:srgbClr val="007434"/>
                    </a:solidFill>
                  </a:tcPr>
                </a:tc>
                <a:tc>
                  <a:txBody>
                    <a:bodyPr/>
                    <a:lstStyle/>
                    <a:p>
                      <a:pPr algn="l"/>
                      <a:r>
                        <a:rPr lang="en-US" sz="1200" b="1" i="0">
                          <a:solidFill>
                            <a:srgbClr val="FFFFFF"/>
                          </a:solidFill>
                          <a:latin typeface="Tahoma" panose="020B0604030504040204"/>
                          <a:ea typeface="Tahoma" panose="020B0604030504040204"/>
                          <a:cs typeface="Tahoma" panose="020B0604030504040204"/>
                          <a:sym typeface="Tahoma" panose="020B0604030504040204"/>
                        </a:rPr>
                        <a:t>Expected behaviour</a:t>
                      </a:r>
                      <a:endParaRPr lang="en-US" sz="1200" b="1" i="0">
                        <a:solidFill>
                          <a:srgbClr val="FFFFFF"/>
                        </a:solidFill>
                        <a:latin typeface="Tahoma" panose="020B0604030504040204"/>
                        <a:ea typeface="Tahoma" panose="020B0604030504040204"/>
                        <a:cs typeface="Tahoma" panose="020B0604030504040204"/>
                        <a:sym typeface="Tahoma" panose="020B0604030504040204"/>
                      </a:endParaRPr>
                    </a:p>
                  </a:txBody>
                  <a:tcPr marT="64008" marB="64008" anchor="ctr">
                    <a:lnL w="12700">
                      <a:solidFill>
                        <a:srgbClr val="FFFFFF"/>
                      </a:solidFill>
                    </a:lnL>
                    <a:lnR w="12700">
                      <a:solidFill>
                        <a:srgbClr val="FFFFFF"/>
                      </a:solidFill>
                    </a:lnR>
                    <a:lnT w="12700">
                      <a:solidFill>
                        <a:srgbClr val="FFFFFF"/>
                      </a:solidFill>
                    </a:lnT>
                    <a:lnB w="12700">
                      <a:solidFill>
                        <a:srgbClr val="FFFFFF"/>
                      </a:solidFill>
                    </a:lnB>
                    <a:solidFill>
                      <a:srgbClr val="007434"/>
                    </a:solidFill>
                  </a:tcPr>
                </a:tc>
              </a:tr>
              <a:tr h="713232">
                <a:tc>
                  <a:txBody>
                    <a:bodyPr/>
                    <a:lstStyle/>
                    <a:p>
                      <a:pPr algn="l"/>
                      <a:r>
                        <a:rPr lang="en-US" sz="1200" b="1" i="0">
                          <a:solidFill>
                            <a:srgbClr val="007434"/>
                          </a:solidFill>
                          <a:latin typeface="Tahoma" panose="020B0604030504040204"/>
                          <a:ea typeface="Tahoma" panose="020B0604030504040204"/>
                          <a:cs typeface="Tahoma" panose="020B0604030504040204"/>
                          <a:sym typeface="Tahoma" panose="020B0604030504040204"/>
                        </a:rPr>
                        <a:t>TC-01</a:t>
                      </a:r>
                      <a:endParaRPr lang="en-US" sz="1200" b="1" i="0">
                        <a:solidFill>
                          <a:srgbClr val="007434"/>
                        </a:solidFill>
                        <a:latin typeface="Tahoma" panose="020B0604030504040204"/>
                        <a:ea typeface="Tahoma" panose="020B0604030504040204"/>
                        <a:cs typeface="Tahoma" panose="020B0604030504040204"/>
                        <a:sym typeface="Tahoma" panose="020B0604030504040204"/>
                      </a:endParaRPr>
                    </a:p>
                  </a:txBody>
                  <a:tcPr marT="64008" marB="64008" anchor="ctr">
                    <a:lnL w="12700">
                      <a:solidFill>
                        <a:srgbClr val="FFFFFF"/>
                      </a:solidFill>
                    </a:lnL>
                    <a:lnR w="12700">
                      <a:solidFill>
                        <a:srgbClr val="FFFFFF"/>
                      </a:solidFill>
                    </a:lnR>
                    <a:lnT w="12700">
                      <a:solidFill>
                        <a:srgbClr val="FFFFFF"/>
                      </a:solidFill>
                    </a:lnT>
                    <a:lnB w="12700">
                      <a:solidFill>
                        <a:srgbClr val="FFFFFF"/>
                      </a:solidFill>
                    </a:lnB>
                    <a:solidFill>
                      <a:srgbClr val="E8F4EC"/>
                    </a:solidFill>
                  </a:tcPr>
                </a:tc>
                <a:tc>
                  <a:txBody>
                    <a:bodyPr/>
                    <a:lstStyle/>
                    <a:p>
                      <a:pPr algn="l"/>
                      <a:r>
                        <a:rPr lang="en-US" sz="1200" b="0" i="0">
                          <a:solidFill>
                            <a:srgbClr val="1F1F1F"/>
                          </a:solidFill>
                          <a:latin typeface="Tahoma" panose="020B0604030504040204"/>
                          <a:ea typeface="Tahoma" panose="020B0604030504040204"/>
                          <a:cs typeface="Tahoma" panose="020B0604030504040204"/>
                          <a:sym typeface="Tahoma" panose="020B0604030504040204"/>
                        </a:rPr>
                        <a:t>Submit a question related to the uploaded learning material</a:t>
                      </a:r>
                      <a:endParaRPr lang="en-US" sz="1200" b="0" i="0">
                        <a:solidFill>
                          <a:srgbClr val="1F1F1F"/>
                        </a:solidFill>
                        <a:latin typeface="Tahoma" panose="020B0604030504040204"/>
                        <a:ea typeface="Tahoma" panose="020B0604030504040204"/>
                        <a:cs typeface="Tahoma" panose="020B0604030504040204"/>
                        <a:sym typeface="Tahoma" panose="020B0604030504040204"/>
                      </a:endParaRPr>
                    </a:p>
                  </a:txBody>
                  <a:tcPr marT="64008" marB="64008" anchor="ctr">
                    <a:lnL w="12700">
                      <a:solidFill>
                        <a:srgbClr val="FFFFFF"/>
                      </a:solidFill>
                    </a:lnL>
                    <a:lnR w="12700">
                      <a:solidFill>
                        <a:srgbClr val="FFFFFF"/>
                      </a:solidFill>
                    </a:lnR>
                    <a:lnT w="12700">
                      <a:solidFill>
                        <a:srgbClr val="FFFFFF"/>
                      </a:solidFill>
                    </a:lnT>
                    <a:lnB w="12700">
                      <a:solidFill>
                        <a:srgbClr val="FFFFFF"/>
                      </a:solidFill>
                    </a:lnB>
                    <a:solidFill>
                      <a:srgbClr val="E8F4EC"/>
                    </a:solidFill>
                  </a:tcPr>
                </a:tc>
                <a:tc>
                  <a:txBody>
                    <a:bodyPr/>
                    <a:lstStyle/>
                    <a:p>
                      <a:pPr algn="l"/>
                      <a:r>
                        <a:rPr lang="en-US" sz="1200" b="0" i="0">
                          <a:solidFill>
                            <a:srgbClr val="1F1F1F"/>
                          </a:solidFill>
                          <a:latin typeface="Tahoma" panose="020B0604030504040204"/>
                          <a:ea typeface="Tahoma" panose="020B0604030504040204"/>
                          <a:cs typeface="Tahoma" panose="020B0604030504040204"/>
                          <a:sym typeface="Tahoma" panose="020B0604030504040204"/>
                        </a:rPr>
                        <a:t>A relevant answer is returned using retrieved context</a:t>
                      </a:r>
                      <a:endParaRPr lang="en-US" sz="1200" b="0" i="0">
                        <a:solidFill>
                          <a:srgbClr val="1F1F1F"/>
                        </a:solidFill>
                        <a:latin typeface="Tahoma" panose="020B0604030504040204"/>
                        <a:ea typeface="Tahoma" panose="020B0604030504040204"/>
                        <a:cs typeface="Tahoma" panose="020B0604030504040204"/>
                        <a:sym typeface="Tahoma" panose="020B0604030504040204"/>
                      </a:endParaRPr>
                    </a:p>
                  </a:txBody>
                  <a:tcPr marT="64008" marB="64008" anchor="ctr">
                    <a:lnL w="12700">
                      <a:solidFill>
                        <a:srgbClr val="FFFFFF"/>
                      </a:solidFill>
                    </a:lnL>
                    <a:lnR w="12700">
                      <a:solidFill>
                        <a:srgbClr val="FFFFFF"/>
                      </a:solidFill>
                    </a:lnR>
                    <a:lnT w="12700">
                      <a:solidFill>
                        <a:srgbClr val="FFFFFF"/>
                      </a:solidFill>
                    </a:lnT>
                    <a:lnB w="12700">
                      <a:solidFill>
                        <a:srgbClr val="FFFFFF"/>
                      </a:solidFill>
                    </a:lnB>
                    <a:solidFill>
                      <a:srgbClr val="E8F4EC"/>
                    </a:solidFill>
                  </a:tcPr>
                </a:tc>
              </a:tr>
              <a:tr h="713232">
                <a:tc>
                  <a:txBody>
                    <a:bodyPr/>
                    <a:lstStyle/>
                    <a:p>
                      <a:pPr algn="l"/>
                      <a:r>
                        <a:rPr lang="en-US" sz="1200" b="1" i="0">
                          <a:solidFill>
                            <a:srgbClr val="007434"/>
                          </a:solidFill>
                          <a:latin typeface="Tahoma" panose="020B0604030504040204"/>
                          <a:ea typeface="Tahoma" panose="020B0604030504040204"/>
                          <a:cs typeface="Tahoma" panose="020B0604030504040204"/>
                          <a:sym typeface="Tahoma" panose="020B0604030504040204"/>
                        </a:rPr>
                        <a:t>TC-02</a:t>
                      </a:r>
                      <a:endParaRPr lang="en-US" sz="1200" b="1" i="0">
                        <a:solidFill>
                          <a:srgbClr val="007434"/>
                        </a:solidFill>
                        <a:latin typeface="Tahoma" panose="020B0604030504040204"/>
                        <a:ea typeface="Tahoma" panose="020B0604030504040204"/>
                        <a:cs typeface="Tahoma" panose="020B0604030504040204"/>
                        <a:sym typeface="Tahoma" panose="020B0604030504040204"/>
                      </a:endParaRPr>
                    </a:p>
                  </a:txBody>
                  <a:tcPr marT="64008" marB="64008" anchor="ctr">
                    <a:lnL w="12700">
                      <a:solidFill>
                        <a:srgbClr val="FFFFFF"/>
                      </a:solidFill>
                    </a:lnL>
                    <a:lnR w="12700">
                      <a:solidFill>
                        <a:srgbClr val="FFFFFF"/>
                      </a:solidFill>
                    </a:lnR>
                    <a:lnT w="12700">
                      <a:solidFill>
                        <a:srgbClr val="FFFFFF"/>
                      </a:solidFill>
                    </a:lnT>
                    <a:lnB w="12700">
                      <a:solidFill>
                        <a:srgbClr val="FFFFFF"/>
                      </a:solidFill>
                    </a:lnB>
                    <a:solidFill>
                      <a:srgbClr val="F6FAF7"/>
                    </a:solidFill>
                  </a:tcPr>
                </a:tc>
                <a:tc>
                  <a:txBody>
                    <a:bodyPr/>
                    <a:lstStyle/>
                    <a:p>
                      <a:pPr algn="l"/>
                      <a:r>
                        <a:rPr lang="en-US" sz="1200" b="0" i="0">
                          <a:solidFill>
                            <a:srgbClr val="1F1F1F"/>
                          </a:solidFill>
                          <a:latin typeface="Tahoma" panose="020B0604030504040204"/>
                          <a:ea typeface="Tahoma" panose="020B0604030504040204"/>
                          <a:cs typeface="Tahoma" panose="020B0604030504040204"/>
                          <a:sym typeface="Tahoma" panose="020B0604030504040204"/>
                        </a:rPr>
                        <a:t>Ask a question not covered by the material</a:t>
                      </a:r>
                      <a:endParaRPr lang="en-US" sz="1200" b="0" i="0">
                        <a:solidFill>
                          <a:srgbClr val="1F1F1F"/>
                        </a:solidFill>
                        <a:latin typeface="Tahoma" panose="020B0604030504040204"/>
                        <a:ea typeface="Tahoma" panose="020B0604030504040204"/>
                        <a:cs typeface="Tahoma" panose="020B0604030504040204"/>
                        <a:sym typeface="Tahoma" panose="020B0604030504040204"/>
                      </a:endParaRPr>
                    </a:p>
                  </a:txBody>
                  <a:tcPr marT="64008" marB="64008" anchor="ctr">
                    <a:lnL w="12700">
                      <a:solidFill>
                        <a:srgbClr val="FFFFFF"/>
                      </a:solidFill>
                    </a:lnL>
                    <a:lnR w="12700">
                      <a:solidFill>
                        <a:srgbClr val="FFFFFF"/>
                      </a:solidFill>
                    </a:lnR>
                    <a:lnT w="12700">
                      <a:solidFill>
                        <a:srgbClr val="FFFFFF"/>
                      </a:solidFill>
                    </a:lnT>
                    <a:lnB w="12700">
                      <a:solidFill>
                        <a:srgbClr val="FFFFFF"/>
                      </a:solidFill>
                    </a:lnB>
                    <a:solidFill>
                      <a:srgbClr val="F6FAF7"/>
                    </a:solidFill>
                  </a:tcPr>
                </a:tc>
                <a:tc>
                  <a:txBody>
                    <a:bodyPr/>
                    <a:lstStyle/>
                    <a:p>
                      <a:pPr algn="l"/>
                      <a:r>
                        <a:rPr lang="en-US" sz="1200" b="0" i="0">
                          <a:solidFill>
                            <a:srgbClr val="1F1F1F"/>
                          </a:solidFill>
                          <a:latin typeface="Tahoma" panose="020B0604030504040204"/>
                          <a:ea typeface="Tahoma" panose="020B0604030504040204"/>
                          <a:cs typeface="Tahoma" panose="020B0604030504040204"/>
                          <a:sym typeface="Tahoma" panose="020B0604030504040204"/>
                        </a:rPr>
                        <a:t>System handles missing context appropriately</a:t>
                      </a:r>
                      <a:endParaRPr lang="en-US" sz="1200" b="0" i="0">
                        <a:solidFill>
                          <a:srgbClr val="1F1F1F"/>
                        </a:solidFill>
                        <a:latin typeface="Tahoma" panose="020B0604030504040204"/>
                        <a:ea typeface="Tahoma" panose="020B0604030504040204"/>
                        <a:cs typeface="Tahoma" panose="020B0604030504040204"/>
                        <a:sym typeface="Tahoma" panose="020B0604030504040204"/>
                      </a:endParaRPr>
                    </a:p>
                  </a:txBody>
                  <a:tcPr marT="64008" marB="64008" anchor="ctr">
                    <a:lnL w="12700">
                      <a:solidFill>
                        <a:srgbClr val="FFFFFF"/>
                      </a:solidFill>
                    </a:lnL>
                    <a:lnR w="12700">
                      <a:solidFill>
                        <a:srgbClr val="FFFFFF"/>
                      </a:solidFill>
                    </a:lnR>
                    <a:lnT w="12700">
                      <a:solidFill>
                        <a:srgbClr val="FFFFFF"/>
                      </a:solidFill>
                    </a:lnT>
                    <a:lnB w="12700">
                      <a:solidFill>
                        <a:srgbClr val="FFFFFF"/>
                      </a:solidFill>
                    </a:lnB>
                    <a:solidFill>
                      <a:srgbClr val="F6FAF7"/>
                    </a:solidFill>
                  </a:tcPr>
                </a:tc>
              </a:tr>
              <a:tr h="713232">
                <a:tc>
                  <a:txBody>
                    <a:bodyPr/>
                    <a:lstStyle/>
                    <a:p>
                      <a:pPr algn="l"/>
                      <a:r>
                        <a:rPr lang="en-US" sz="1200" b="1" i="0">
                          <a:solidFill>
                            <a:srgbClr val="007434"/>
                          </a:solidFill>
                          <a:latin typeface="Tahoma" panose="020B0604030504040204"/>
                          <a:ea typeface="Tahoma" panose="020B0604030504040204"/>
                          <a:cs typeface="Tahoma" panose="020B0604030504040204"/>
                          <a:sym typeface="Tahoma" panose="020B0604030504040204"/>
                        </a:rPr>
                        <a:t>TC-03</a:t>
                      </a:r>
                      <a:endParaRPr lang="en-US" sz="1200" b="1" i="0">
                        <a:solidFill>
                          <a:srgbClr val="007434"/>
                        </a:solidFill>
                        <a:latin typeface="Tahoma" panose="020B0604030504040204"/>
                        <a:ea typeface="Tahoma" panose="020B0604030504040204"/>
                        <a:cs typeface="Tahoma" panose="020B0604030504040204"/>
                        <a:sym typeface="Tahoma" panose="020B0604030504040204"/>
                      </a:endParaRPr>
                    </a:p>
                  </a:txBody>
                  <a:tcPr marT="64008" marB="64008" anchor="ctr">
                    <a:lnL w="12700">
                      <a:solidFill>
                        <a:srgbClr val="FFFFFF"/>
                      </a:solidFill>
                    </a:lnL>
                    <a:lnR w="12700">
                      <a:solidFill>
                        <a:srgbClr val="FFFFFF"/>
                      </a:solidFill>
                    </a:lnR>
                    <a:lnT w="12700">
                      <a:solidFill>
                        <a:srgbClr val="FFFFFF"/>
                      </a:solidFill>
                    </a:lnT>
                    <a:lnB w="12700">
                      <a:solidFill>
                        <a:srgbClr val="FFFFFF"/>
                      </a:solidFill>
                    </a:lnB>
                    <a:solidFill>
                      <a:srgbClr val="E8F4EC"/>
                    </a:solidFill>
                  </a:tcPr>
                </a:tc>
                <a:tc>
                  <a:txBody>
                    <a:bodyPr/>
                    <a:lstStyle/>
                    <a:p>
                      <a:pPr algn="l"/>
                      <a:r>
                        <a:rPr lang="en-US" sz="1200" b="0" i="0">
                          <a:solidFill>
                            <a:srgbClr val="1F1F1F"/>
                          </a:solidFill>
                          <a:latin typeface="Tahoma" panose="020B0604030504040204"/>
                          <a:ea typeface="Tahoma" panose="020B0604030504040204"/>
                          <a:cs typeface="Tahoma" panose="020B0604030504040204"/>
                          <a:sym typeface="Tahoma" panose="020B0604030504040204"/>
                        </a:rPr>
                        <a:t>Upload or load a supported document</a:t>
                      </a:r>
                      <a:endParaRPr lang="en-US" sz="1200" b="0" i="0">
                        <a:solidFill>
                          <a:srgbClr val="1F1F1F"/>
                        </a:solidFill>
                        <a:latin typeface="Tahoma" panose="020B0604030504040204"/>
                        <a:ea typeface="Tahoma" panose="020B0604030504040204"/>
                        <a:cs typeface="Tahoma" panose="020B0604030504040204"/>
                        <a:sym typeface="Tahoma" panose="020B0604030504040204"/>
                      </a:endParaRPr>
                    </a:p>
                  </a:txBody>
                  <a:tcPr marT="64008" marB="64008" anchor="ctr">
                    <a:lnL w="12700">
                      <a:solidFill>
                        <a:srgbClr val="FFFFFF"/>
                      </a:solidFill>
                    </a:lnL>
                    <a:lnR w="12700">
                      <a:solidFill>
                        <a:srgbClr val="FFFFFF"/>
                      </a:solidFill>
                    </a:lnR>
                    <a:lnT w="12700">
                      <a:solidFill>
                        <a:srgbClr val="FFFFFF"/>
                      </a:solidFill>
                    </a:lnT>
                    <a:lnB w="12700">
                      <a:solidFill>
                        <a:srgbClr val="FFFFFF"/>
                      </a:solidFill>
                    </a:lnB>
                    <a:solidFill>
                      <a:srgbClr val="E8F4EC"/>
                    </a:solidFill>
                  </a:tcPr>
                </a:tc>
                <a:tc>
                  <a:txBody>
                    <a:bodyPr/>
                    <a:lstStyle/>
                    <a:p>
                      <a:pPr algn="l"/>
                      <a:r>
                        <a:rPr lang="en-US" sz="1200" b="0" i="0">
                          <a:solidFill>
                            <a:srgbClr val="1F1F1F"/>
                          </a:solidFill>
                          <a:latin typeface="Tahoma" panose="020B0604030504040204"/>
                          <a:ea typeface="Tahoma" panose="020B0604030504040204"/>
                          <a:cs typeface="Tahoma" panose="020B0604030504040204"/>
                          <a:sym typeface="Tahoma" panose="020B0604030504040204"/>
                        </a:rPr>
                        <a:t>Text is extracted and prepared for retrieval</a:t>
                      </a:r>
                      <a:endParaRPr lang="en-US" sz="1200" b="0" i="0">
                        <a:solidFill>
                          <a:srgbClr val="1F1F1F"/>
                        </a:solidFill>
                        <a:latin typeface="Tahoma" panose="020B0604030504040204"/>
                        <a:ea typeface="Tahoma" panose="020B0604030504040204"/>
                        <a:cs typeface="Tahoma" panose="020B0604030504040204"/>
                        <a:sym typeface="Tahoma" panose="020B0604030504040204"/>
                      </a:endParaRPr>
                    </a:p>
                  </a:txBody>
                  <a:tcPr marT="64008" marB="64008" anchor="ctr">
                    <a:lnL w="12700">
                      <a:solidFill>
                        <a:srgbClr val="FFFFFF"/>
                      </a:solidFill>
                    </a:lnL>
                    <a:lnR w="12700">
                      <a:solidFill>
                        <a:srgbClr val="FFFFFF"/>
                      </a:solidFill>
                    </a:lnR>
                    <a:lnT w="12700">
                      <a:solidFill>
                        <a:srgbClr val="FFFFFF"/>
                      </a:solidFill>
                    </a:lnT>
                    <a:lnB w="12700">
                      <a:solidFill>
                        <a:srgbClr val="FFFFFF"/>
                      </a:solidFill>
                    </a:lnB>
                    <a:solidFill>
                      <a:srgbClr val="E8F4EC"/>
                    </a:solidFill>
                  </a:tcPr>
                </a:tc>
              </a:tr>
              <a:tr h="713232">
                <a:tc>
                  <a:txBody>
                    <a:bodyPr/>
                    <a:lstStyle/>
                    <a:p>
                      <a:pPr algn="l"/>
                      <a:r>
                        <a:rPr lang="en-US" sz="1200" b="1" i="0">
                          <a:solidFill>
                            <a:srgbClr val="007434"/>
                          </a:solidFill>
                          <a:latin typeface="Tahoma" panose="020B0604030504040204"/>
                          <a:ea typeface="Tahoma" panose="020B0604030504040204"/>
                          <a:cs typeface="Tahoma" panose="020B0604030504040204"/>
                          <a:sym typeface="Tahoma" panose="020B0604030504040204"/>
                        </a:rPr>
                        <a:t>TC-04</a:t>
                      </a:r>
                      <a:endParaRPr lang="en-US" sz="1200" b="1" i="0">
                        <a:solidFill>
                          <a:srgbClr val="007434"/>
                        </a:solidFill>
                        <a:latin typeface="Tahoma" panose="020B0604030504040204"/>
                        <a:ea typeface="Tahoma" panose="020B0604030504040204"/>
                        <a:cs typeface="Tahoma" panose="020B0604030504040204"/>
                        <a:sym typeface="Tahoma" panose="020B0604030504040204"/>
                      </a:endParaRPr>
                    </a:p>
                  </a:txBody>
                  <a:tcPr marT="64008" marB="64008" anchor="ctr">
                    <a:lnL w="12700">
                      <a:solidFill>
                        <a:srgbClr val="FFFFFF"/>
                      </a:solidFill>
                    </a:lnL>
                    <a:lnR w="12700">
                      <a:solidFill>
                        <a:srgbClr val="FFFFFF"/>
                      </a:solidFill>
                    </a:lnR>
                    <a:lnT w="12700">
                      <a:solidFill>
                        <a:srgbClr val="FFFFFF"/>
                      </a:solidFill>
                    </a:lnT>
                    <a:lnB w="12700">
                      <a:solidFill>
                        <a:srgbClr val="FFFFFF"/>
                      </a:solidFill>
                    </a:lnB>
                    <a:solidFill>
                      <a:srgbClr val="F6FAF7"/>
                    </a:solidFill>
                  </a:tcPr>
                </a:tc>
                <a:tc>
                  <a:txBody>
                    <a:bodyPr/>
                    <a:lstStyle/>
                    <a:p>
                      <a:pPr algn="l"/>
                      <a:r>
                        <a:rPr lang="en-US" sz="1200" b="0" i="0">
                          <a:solidFill>
                            <a:srgbClr val="1F1F1F"/>
                          </a:solidFill>
                          <a:latin typeface="Tahoma" panose="020B0604030504040204"/>
                          <a:ea typeface="Tahoma" panose="020B0604030504040204"/>
                          <a:cs typeface="Tahoma" panose="020B0604030504040204"/>
                          <a:sym typeface="Tahoma" panose="020B0604030504040204"/>
                        </a:rPr>
                        <a:t>Submit an empty question</a:t>
                      </a:r>
                      <a:endParaRPr lang="en-US" sz="1200" b="0" i="0">
                        <a:solidFill>
                          <a:srgbClr val="1F1F1F"/>
                        </a:solidFill>
                        <a:latin typeface="Tahoma" panose="020B0604030504040204"/>
                        <a:ea typeface="Tahoma" panose="020B0604030504040204"/>
                        <a:cs typeface="Tahoma" panose="020B0604030504040204"/>
                        <a:sym typeface="Tahoma" panose="020B0604030504040204"/>
                      </a:endParaRPr>
                    </a:p>
                  </a:txBody>
                  <a:tcPr marT="64008" marB="64008" anchor="ctr">
                    <a:lnL w="12700">
                      <a:solidFill>
                        <a:srgbClr val="FFFFFF"/>
                      </a:solidFill>
                    </a:lnL>
                    <a:lnR w="12700">
                      <a:solidFill>
                        <a:srgbClr val="FFFFFF"/>
                      </a:solidFill>
                    </a:lnR>
                    <a:lnT w="12700">
                      <a:solidFill>
                        <a:srgbClr val="FFFFFF"/>
                      </a:solidFill>
                    </a:lnT>
                    <a:lnB w="12700">
                      <a:solidFill>
                        <a:srgbClr val="FFFFFF"/>
                      </a:solidFill>
                    </a:lnB>
                    <a:solidFill>
                      <a:srgbClr val="F6FAF7"/>
                    </a:solidFill>
                  </a:tcPr>
                </a:tc>
                <a:tc>
                  <a:txBody>
                    <a:bodyPr/>
                    <a:lstStyle/>
                    <a:p>
                      <a:pPr algn="l"/>
                      <a:r>
                        <a:rPr lang="en-US" sz="1200" b="0" i="0">
                          <a:solidFill>
                            <a:srgbClr val="1F1F1F"/>
                          </a:solidFill>
                          <a:latin typeface="Tahoma" panose="020B0604030504040204"/>
                          <a:ea typeface="Tahoma" panose="020B0604030504040204"/>
                          <a:cs typeface="Tahoma" panose="020B0604030504040204"/>
                          <a:sym typeface="Tahoma" panose="020B0604030504040204"/>
                        </a:rPr>
                        <a:t>System requests a valid question or handles input safely</a:t>
                      </a:r>
                      <a:endParaRPr lang="en-US" sz="1200" b="0" i="0">
                        <a:solidFill>
                          <a:srgbClr val="1F1F1F"/>
                        </a:solidFill>
                        <a:latin typeface="Tahoma" panose="020B0604030504040204"/>
                        <a:ea typeface="Tahoma" panose="020B0604030504040204"/>
                        <a:cs typeface="Tahoma" panose="020B0604030504040204"/>
                        <a:sym typeface="Tahoma" panose="020B0604030504040204"/>
                      </a:endParaRPr>
                    </a:p>
                  </a:txBody>
                  <a:tcPr marT="64008" marB="64008" anchor="ctr">
                    <a:lnL w="12700">
                      <a:solidFill>
                        <a:srgbClr val="FFFFFF"/>
                      </a:solidFill>
                    </a:lnL>
                    <a:lnR w="12700">
                      <a:solidFill>
                        <a:srgbClr val="FFFFFF"/>
                      </a:solidFill>
                    </a:lnR>
                    <a:lnT w="12700">
                      <a:solidFill>
                        <a:srgbClr val="FFFFFF"/>
                      </a:solidFill>
                    </a:lnT>
                    <a:lnB w="12700">
                      <a:solidFill>
                        <a:srgbClr val="FFFFFF"/>
                      </a:solidFill>
                    </a:lnB>
                    <a:solidFill>
                      <a:srgbClr val="F6FAF7"/>
                    </a:solidFill>
                  </a:tcPr>
                </a:tc>
              </a:tr>
              <a:tr h="713232">
                <a:tc>
                  <a:txBody>
                    <a:bodyPr/>
                    <a:lstStyle/>
                    <a:p>
                      <a:pPr algn="l"/>
                      <a:r>
                        <a:rPr lang="en-US" sz="1200" b="1" i="0">
                          <a:solidFill>
                            <a:srgbClr val="007434"/>
                          </a:solidFill>
                          <a:latin typeface="Tahoma" panose="020B0604030504040204"/>
                          <a:ea typeface="Tahoma" panose="020B0604030504040204"/>
                          <a:cs typeface="Tahoma" panose="020B0604030504040204"/>
                          <a:sym typeface="Tahoma" panose="020B0604030504040204"/>
                        </a:rPr>
                        <a:t>TC-05</a:t>
                      </a:r>
                      <a:endParaRPr lang="en-US" sz="1200" b="1" i="0">
                        <a:solidFill>
                          <a:srgbClr val="007434"/>
                        </a:solidFill>
                        <a:latin typeface="Tahoma" panose="020B0604030504040204"/>
                        <a:ea typeface="Tahoma" panose="020B0604030504040204"/>
                        <a:cs typeface="Tahoma" panose="020B0604030504040204"/>
                        <a:sym typeface="Tahoma" panose="020B0604030504040204"/>
                      </a:endParaRPr>
                    </a:p>
                  </a:txBody>
                  <a:tcPr marT="64008" marB="64008" anchor="ctr">
                    <a:lnL w="12700">
                      <a:solidFill>
                        <a:srgbClr val="FFFFFF"/>
                      </a:solidFill>
                    </a:lnL>
                    <a:lnR w="12700">
                      <a:solidFill>
                        <a:srgbClr val="FFFFFF"/>
                      </a:solidFill>
                    </a:lnR>
                    <a:lnT w="12700">
                      <a:solidFill>
                        <a:srgbClr val="FFFFFF"/>
                      </a:solidFill>
                    </a:lnT>
                    <a:lnB w="12700">
                      <a:solidFill>
                        <a:srgbClr val="FFFFFF"/>
                      </a:solidFill>
                    </a:lnB>
                    <a:solidFill>
                      <a:srgbClr val="E8F4EC"/>
                    </a:solidFill>
                  </a:tcPr>
                </a:tc>
                <a:tc>
                  <a:txBody>
                    <a:bodyPr/>
                    <a:lstStyle/>
                    <a:p>
                      <a:pPr algn="l"/>
                      <a:r>
                        <a:rPr lang="en-US" sz="1200" b="0" i="0">
                          <a:solidFill>
                            <a:srgbClr val="1F1F1F"/>
                          </a:solidFill>
                          <a:latin typeface="Tahoma" panose="020B0604030504040204"/>
                          <a:ea typeface="Tahoma" panose="020B0604030504040204"/>
                          <a:cs typeface="Tahoma" panose="020B0604030504040204"/>
                          <a:sym typeface="Tahoma" panose="020B0604030504040204"/>
                        </a:rPr>
                        <a:t>Ask a follow-up question</a:t>
                      </a:r>
                      <a:endParaRPr lang="en-US" sz="1200" b="0" i="0">
                        <a:solidFill>
                          <a:srgbClr val="1F1F1F"/>
                        </a:solidFill>
                        <a:latin typeface="Tahoma" panose="020B0604030504040204"/>
                        <a:ea typeface="Tahoma" panose="020B0604030504040204"/>
                        <a:cs typeface="Tahoma" panose="020B0604030504040204"/>
                        <a:sym typeface="Tahoma" panose="020B0604030504040204"/>
                      </a:endParaRPr>
                    </a:p>
                  </a:txBody>
                  <a:tcPr marT="64008" marB="64008" anchor="ctr">
                    <a:lnL w="12700">
                      <a:solidFill>
                        <a:srgbClr val="FFFFFF"/>
                      </a:solidFill>
                    </a:lnL>
                    <a:lnR w="12700">
                      <a:solidFill>
                        <a:srgbClr val="FFFFFF"/>
                      </a:solidFill>
                    </a:lnR>
                    <a:lnT w="12700">
                      <a:solidFill>
                        <a:srgbClr val="FFFFFF"/>
                      </a:solidFill>
                    </a:lnT>
                    <a:lnB w="12700">
                      <a:solidFill>
                        <a:srgbClr val="FFFFFF"/>
                      </a:solidFill>
                    </a:lnB>
                    <a:solidFill>
                      <a:srgbClr val="E8F4EC"/>
                    </a:solidFill>
                  </a:tcPr>
                </a:tc>
                <a:tc>
                  <a:txBody>
                    <a:bodyPr/>
                    <a:lstStyle/>
                    <a:p>
                      <a:pPr algn="l"/>
                      <a:r>
                        <a:rPr lang="en-US" sz="1200" b="0" i="0">
                          <a:solidFill>
                            <a:srgbClr val="1F1F1F"/>
                          </a:solidFill>
                          <a:latin typeface="Tahoma" panose="020B0604030504040204"/>
                          <a:ea typeface="Tahoma" panose="020B0604030504040204"/>
                          <a:cs typeface="Tahoma" panose="020B0604030504040204"/>
                          <a:sym typeface="Tahoma" panose="020B0604030504040204"/>
                        </a:rPr>
                        <a:t>System responds according to the implemented context handling</a:t>
                      </a:r>
                      <a:endParaRPr lang="en-US" sz="1200" b="0" i="0">
                        <a:solidFill>
                          <a:srgbClr val="1F1F1F"/>
                        </a:solidFill>
                        <a:latin typeface="Tahoma" panose="020B0604030504040204"/>
                        <a:ea typeface="Tahoma" panose="020B0604030504040204"/>
                        <a:cs typeface="Tahoma" panose="020B0604030504040204"/>
                        <a:sym typeface="Tahoma" panose="020B0604030504040204"/>
                      </a:endParaRPr>
                    </a:p>
                  </a:txBody>
                  <a:tcPr marT="64008" marB="64008" anchor="ctr">
                    <a:lnL w="12700">
                      <a:solidFill>
                        <a:srgbClr val="FFFFFF"/>
                      </a:solidFill>
                    </a:lnL>
                    <a:lnR w="12700">
                      <a:solidFill>
                        <a:srgbClr val="FFFFFF"/>
                      </a:solidFill>
                    </a:lnR>
                    <a:lnT w="12700">
                      <a:solidFill>
                        <a:srgbClr val="FFFFFF"/>
                      </a:solidFill>
                    </a:lnT>
                    <a:lnB w="12700">
                      <a:solidFill>
                        <a:srgbClr val="FFFFFF"/>
                      </a:solidFill>
                    </a:lnB>
                    <a:solidFill>
                      <a:srgbClr val="E8F4EC"/>
                    </a:solidFill>
                  </a:tcPr>
                </a:tc>
              </a:tr>
            </a:tbl>
          </a:graphicData>
        </a:graphic>
      </p:graphicFrame>
      <p:sp>
        <p:nvSpPr>
          <p:cNvPr id="301" name="Table note"/>
          <p:cNvSpPr txBox="1"/>
          <p:nvPr/>
        </p:nvSpPr>
        <p:spPr>
          <a:xfrm>
            <a:off x="548640" y="5349240"/>
            <a:ext cx="8046720" cy="411480"/>
          </a:xfrm>
          <a:prstGeom prst="rect">
            <a:avLst/>
          </a:prstGeom>
          <a:noFill/>
          <a:ln>
            <a:noFill/>
          </a:ln>
        </p:spPr>
        <p:txBody>
          <a:bodyPr wrap="square" lIns="45700" tIns="45700" rIns="45700" bIns="45700" anchor="t">
            <a:noAutofit/>
          </a:bodyPr>
          <a:lstStyle/>
          <a:p>
            <a:pPr marL="0" indent="0" algn="l">
              <a:lnSpc>
                <a:spcPct val="100000"/>
              </a:lnSpc>
              <a:spcBef>
                <a:spcPts val="0"/>
              </a:spcBef>
              <a:spcAft>
                <a:spcPts val="0"/>
              </a:spcAft>
              <a:buNone/>
            </a:pPr>
            <a:r>
              <a:rPr lang="en-US" sz="1100" b="0" i="1">
                <a:solidFill>
                  <a:srgbClr val="555555"/>
                </a:solidFill>
                <a:latin typeface="Tahoma" panose="020B0604030504040204"/>
                <a:ea typeface="Tahoma" panose="020B0604030504040204"/>
                <a:cs typeface="Tahoma" panose="020B0604030504040204"/>
                <a:sym typeface="Tahoma" panose="020B0604030504040204"/>
              </a:rPr>
              <a:t>Observed results and status are recorded after running each test on the final application.</a:t>
            </a:r>
            <a:endParaRPr lang="en-US" sz="1100" b="0" i="1">
              <a:solidFill>
                <a:srgbClr val="555555"/>
              </a:solidFill>
              <a:latin typeface="Tahoma" panose="020B0604030504040204"/>
              <a:ea typeface="Tahoma" panose="020B0604030504040204"/>
              <a:cs typeface="Tahoma" panose="020B0604030504040204"/>
              <a:sym typeface="Tahoma" panose="020B060403050404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29" name="Shape 129"/>
        <p:cNvGrpSpPr/>
        <p:nvPr/>
      </p:nvGrpSpPr>
      <p:grpSpPr>
        <a:xfrm>
          <a:off x="0" y="0"/>
          <a:ext cx="0" cy="0"/>
          <a:chOff x="0" y="0"/>
          <a:chExt cx="0" cy="0"/>
        </a:xfrm>
      </p:grpSpPr>
      <p:sp>
        <p:nvSpPr>
          <p:cNvPr id="130" name="Google Shape;130;p10"/>
          <p:cNvSpPr txBox="1"/>
          <p:nvPr>
            <p:ph type="title"/>
          </p:nvPr>
        </p:nvSpPr>
        <p:spPr>
          <a:xfrm>
            <a:off x="457200" y="274640"/>
            <a:ext cx="8229600" cy="68048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B050"/>
              </a:buClr>
              <a:buSzPts val="2600"/>
              <a:buFont typeface="Tahoma" panose="020B0604030504040204"/>
              <a:buNone/>
            </a:pPr>
            <a:r>
              <a:rPr lang="en-US"/>
              <a:t>4. Summary – Key Learning Areas</a:t>
            </a:r>
            <a:endParaRPr lang="en-US"/>
          </a:p>
        </p:txBody>
      </p:sp>
      <p:sp>
        <p:nvSpPr>
          <p:cNvPr id="131" name="Google Shape;131;p10"/>
          <p:cNvSpPr txBox="1"/>
          <p:nvPr>
            <p:ph type="sldNum" idx="12"/>
          </p:nvPr>
        </p:nvSpPr>
        <p:spPr>
          <a:xfrm>
            <a:off x="4648200" y="6266141"/>
            <a:ext cx="2057400" cy="365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fld>
            <a:endParaRPr lang="en-US"/>
          </a:p>
        </p:txBody>
      </p:sp>
      <p:sp>
        <p:nvSpPr>
          <p:cNvPr id="132" name="Google Shape;132;p10"/>
          <p:cNvSpPr/>
          <p:nvPr/>
        </p:nvSpPr>
        <p:spPr>
          <a:xfrm>
            <a:off x="548640" y="1188720"/>
            <a:ext cx="2514600" cy="2011680"/>
          </a:xfrm>
          <a:prstGeom prst="roundRect">
            <a:avLst>
              <a:gd name="adj" fmla="val 8000"/>
            </a:avLst>
          </a:prstGeom>
          <a:solidFill>
            <a:srgbClr val="E8F4EC"/>
          </a:solidFill>
          <a:ln>
            <a:noFill/>
          </a:ln>
        </p:spPr>
        <p:txBody>
          <a:bodyPr spcFirstLastPara="1" wrap="square" lIns="109725" tIns="109725" rIns="109725" bIns="109725" anchor="ctr" anchorCtr="0">
            <a:noAutofit/>
          </a:bodyPr>
          <a:lstStyle/>
          <a:p>
            <a:pPr marL="0" marR="0" lvl="0" indent="0" algn="ctr" rtl="0">
              <a:lnSpc>
                <a:spcPct val="100000"/>
              </a:lnSpc>
              <a:spcBef>
                <a:spcPts val="0"/>
              </a:spcBef>
              <a:spcAft>
                <a:spcPts val="0"/>
              </a:spcAft>
              <a:buClr>
                <a:srgbClr val="007434"/>
              </a:buClr>
              <a:buSzPts val="3600"/>
              <a:buFont typeface="Tahoma" panose="020B0604030504040204"/>
              <a:buNone/>
            </a:pPr>
            <a:r>
              <a:rPr lang="en-US" sz="2400" b="1" i="0" u="none" strike="noStrike" cap="none">
                <a:solidFill>
                  <a:srgbClr val="007434"/>
                </a:solidFill>
                <a:latin typeface="Tahoma" panose="020B0604030504040204"/>
                <a:ea typeface="Tahoma" panose="020B0604030504040204"/>
                <a:cs typeface="Tahoma" panose="020B0604030504040204"/>
                <a:sym typeface="Tahoma" panose="020B0604030504040204"/>
              </a:rPr>
              <a:t>RAG</a:t>
            </a:r>
            <a:endParaRPr sz="2400" b="1" i="0" u="none" strike="noStrike" cap="none">
              <a:solidFill>
                <a:srgbClr val="007434"/>
              </a:solidFill>
              <a:latin typeface="Tahoma" panose="020B0604030504040204"/>
              <a:ea typeface="Tahoma" panose="020B0604030504040204"/>
              <a:cs typeface="Tahoma" panose="020B0604030504040204"/>
              <a:sym typeface="Tahoma" panose="020B0604030504040204"/>
            </a:endParaRPr>
          </a:p>
          <a:p>
            <a:pPr marL="0" marR="0" lvl="0" indent="0" algn="ctr" rtl="0">
              <a:lnSpc>
                <a:spcPct val="100000"/>
              </a:lnSpc>
              <a:spcBef>
                <a:spcPts val="400"/>
              </a:spcBef>
              <a:spcAft>
                <a:spcPts val="0"/>
              </a:spcAft>
              <a:buClr>
                <a:srgbClr val="1F1F1F"/>
              </a:buClr>
              <a:buSzPts val="1300"/>
              <a:buFont typeface="Tahoma" panose="020B0604030504040204"/>
              <a:buNone/>
            </a:pPr>
            <a:r>
              <a:rPr lang="en-US" sz="1300" b="1" i="0" u="none" strike="noStrike" cap="none">
                <a:solidFill>
                  <a:srgbClr val="1F1F1F"/>
                </a:solidFill>
                <a:latin typeface="Tahoma" panose="020B0604030504040204"/>
                <a:ea typeface="Tahoma" panose="020B0604030504040204"/>
                <a:cs typeface="Tahoma" panose="020B0604030504040204"/>
                <a:sym typeface="Tahoma" panose="020B0604030504040204"/>
              </a:rPr>
              <a:t>Retrieval + generation</a:t>
            </a:r>
            <a:endParaRPr sz="1300" b="1" i="0" u="none" strike="noStrike" cap="none">
              <a:solidFill>
                <a:srgbClr val="1F1F1F"/>
              </a:solidFill>
              <a:latin typeface="Tahoma" panose="020B0604030504040204"/>
              <a:ea typeface="Tahoma" panose="020B0604030504040204"/>
              <a:cs typeface="Tahoma" panose="020B0604030504040204"/>
              <a:sym typeface="Tahoma" panose="020B0604030504040204"/>
            </a:endParaRPr>
          </a:p>
          <a:p>
            <a:pPr marL="0" marR="0" lvl="0" indent="0" algn="ctr" rtl="0">
              <a:lnSpc>
                <a:spcPct val="100000"/>
              </a:lnSpc>
              <a:spcBef>
                <a:spcPts val="400"/>
              </a:spcBef>
              <a:spcAft>
                <a:spcPts val="0"/>
              </a:spcAft>
              <a:buClr>
                <a:srgbClr val="555555"/>
              </a:buClr>
              <a:buSzPts val="1050"/>
              <a:buFont typeface="Tahoma" panose="020B0604030504040204"/>
              <a:buNone/>
            </a:pPr>
            <a:r>
              <a:rPr lang="en-US" sz="1050" b="0" i="0" u="none" strike="noStrike" cap="none">
                <a:solidFill>
                  <a:srgbClr val="555555"/>
                </a:solidFill>
                <a:latin typeface="Tahoma" panose="020B0604030504040204"/>
                <a:ea typeface="Tahoma" panose="020B0604030504040204"/>
                <a:cs typeface="Tahoma" panose="020B0604030504040204"/>
                <a:sym typeface="Tahoma" panose="020B0604030504040204"/>
              </a:rPr>
              <a:t>Context-based answers</a:t>
            </a:r>
            <a:endParaRPr sz="1050" b="0" i="0" u="none" strike="noStrike" cap="none">
              <a:solidFill>
                <a:srgbClr val="555555"/>
              </a:solidFill>
              <a:latin typeface="Tahoma" panose="020B0604030504040204"/>
              <a:ea typeface="Tahoma" panose="020B0604030504040204"/>
              <a:cs typeface="Tahoma" panose="020B0604030504040204"/>
              <a:sym typeface="Tahoma" panose="020B0604030504040204"/>
            </a:endParaRPr>
          </a:p>
        </p:txBody>
      </p:sp>
      <p:sp>
        <p:nvSpPr>
          <p:cNvPr id="133" name="Google Shape;133;p10"/>
          <p:cNvSpPr/>
          <p:nvPr/>
        </p:nvSpPr>
        <p:spPr>
          <a:xfrm>
            <a:off x="3246120" y="1188720"/>
            <a:ext cx="2514600" cy="2011680"/>
          </a:xfrm>
          <a:prstGeom prst="roundRect">
            <a:avLst>
              <a:gd name="adj" fmla="val 8000"/>
            </a:avLst>
          </a:prstGeom>
          <a:solidFill>
            <a:srgbClr val="E8F4EC"/>
          </a:solidFill>
          <a:ln>
            <a:noFill/>
          </a:ln>
        </p:spPr>
        <p:txBody>
          <a:bodyPr spcFirstLastPara="1" wrap="square" lIns="109725" tIns="109725" rIns="109725" bIns="109725" anchor="ctr" anchorCtr="0">
            <a:noAutofit/>
          </a:bodyPr>
          <a:lstStyle/>
          <a:p>
            <a:pPr marL="0" marR="0" lvl="0" indent="0" algn="ctr" rtl="0">
              <a:lnSpc>
                <a:spcPct val="100000"/>
              </a:lnSpc>
              <a:spcBef>
                <a:spcPts val="0"/>
              </a:spcBef>
              <a:spcAft>
                <a:spcPts val="0"/>
              </a:spcAft>
              <a:buClr>
                <a:srgbClr val="007434"/>
              </a:buClr>
              <a:buSzPts val="3600"/>
              <a:buFont typeface="Tahoma" panose="020B0604030504040204"/>
              <a:buNone/>
            </a:pPr>
            <a:r>
              <a:rPr lang="en-US" sz="2400" b="1" i="0" u="none" strike="noStrike" cap="none">
                <a:solidFill>
                  <a:srgbClr val="007434"/>
                </a:solidFill>
                <a:latin typeface="Tahoma" panose="020B0604030504040204"/>
                <a:ea typeface="Tahoma" panose="020B0604030504040204"/>
                <a:cs typeface="Tahoma" panose="020B0604030504040204"/>
                <a:sym typeface="Tahoma" panose="020B0604030504040204"/>
              </a:rPr>
              <a:t>Chunking</a:t>
            </a:r>
            <a:endParaRPr sz="2400" b="1" i="0" u="none" strike="noStrike" cap="none">
              <a:solidFill>
                <a:srgbClr val="007434"/>
              </a:solidFill>
              <a:latin typeface="Tahoma" panose="020B0604030504040204"/>
              <a:ea typeface="Tahoma" panose="020B0604030504040204"/>
              <a:cs typeface="Tahoma" panose="020B0604030504040204"/>
              <a:sym typeface="Tahoma" panose="020B0604030504040204"/>
            </a:endParaRPr>
          </a:p>
          <a:p>
            <a:pPr marL="0" marR="0" lvl="0" indent="0" algn="ctr" rtl="0">
              <a:lnSpc>
                <a:spcPct val="100000"/>
              </a:lnSpc>
              <a:spcBef>
                <a:spcPts val="400"/>
              </a:spcBef>
              <a:spcAft>
                <a:spcPts val="0"/>
              </a:spcAft>
              <a:buClr>
                <a:srgbClr val="1F1F1F"/>
              </a:buClr>
              <a:buSzPts val="1300"/>
              <a:buFont typeface="Tahoma" panose="020B0604030504040204"/>
              <a:buNone/>
            </a:pPr>
            <a:r>
              <a:rPr lang="en-US" sz="1300" b="1" i="0" u="none" strike="noStrike" cap="none">
                <a:solidFill>
                  <a:srgbClr val="1F1F1F"/>
                </a:solidFill>
                <a:latin typeface="Tahoma" panose="020B0604030504040204"/>
                <a:ea typeface="Tahoma" panose="020B0604030504040204"/>
                <a:cs typeface="Tahoma" panose="020B0604030504040204"/>
                <a:sym typeface="Tahoma" panose="020B0604030504040204"/>
              </a:rPr>
              <a:t>Split documents</a:t>
            </a:r>
            <a:endParaRPr sz="1300" b="1" i="0" u="none" strike="noStrike" cap="none">
              <a:solidFill>
                <a:srgbClr val="1F1F1F"/>
              </a:solidFill>
              <a:latin typeface="Tahoma" panose="020B0604030504040204"/>
              <a:ea typeface="Tahoma" panose="020B0604030504040204"/>
              <a:cs typeface="Tahoma" panose="020B0604030504040204"/>
              <a:sym typeface="Tahoma" panose="020B0604030504040204"/>
            </a:endParaRPr>
          </a:p>
          <a:p>
            <a:pPr marL="0" marR="0" lvl="0" indent="0" algn="ctr" rtl="0">
              <a:lnSpc>
                <a:spcPct val="100000"/>
              </a:lnSpc>
              <a:spcBef>
                <a:spcPts val="400"/>
              </a:spcBef>
              <a:spcAft>
                <a:spcPts val="0"/>
              </a:spcAft>
              <a:buClr>
                <a:srgbClr val="555555"/>
              </a:buClr>
              <a:buSzPts val="1050"/>
              <a:buFont typeface="Tahoma" panose="020B0604030504040204"/>
              <a:buNone/>
            </a:pPr>
            <a:r>
              <a:rPr lang="en-US" sz="1050" b="0" i="0" u="none" strike="noStrike" cap="none">
                <a:solidFill>
                  <a:srgbClr val="555555"/>
                </a:solidFill>
                <a:latin typeface="Tahoma" panose="020B0604030504040204"/>
                <a:ea typeface="Tahoma" panose="020B0604030504040204"/>
                <a:cs typeface="Tahoma" panose="020B0604030504040204"/>
                <a:sym typeface="Tahoma" panose="020B0604030504040204"/>
              </a:rPr>
              <a:t>Prepare for retrieval</a:t>
            </a:r>
            <a:endParaRPr sz="1050" b="0" i="0" u="none" strike="noStrike" cap="none">
              <a:solidFill>
                <a:srgbClr val="555555"/>
              </a:solidFill>
              <a:latin typeface="Tahoma" panose="020B0604030504040204"/>
              <a:ea typeface="Tahoma" panose="020B0604030504040204"/>
              <a:cs typeface="Tahoma" panose="020B0604030504040204"/>
              <a:sym typeface="Tahoma" panose="020B0604030504040204"/>
            </a:endParaRPr>
          </a:p>
        </p:txBody>
      </p:sp>
      <p:sp>
        <p:nvSpPr>
          <p:cNvPr id="134" name="Google Shape;134;p10"/>
          <p:cNvSpPr/>
          <p:nvPr/>
        </p:nvSpPr>
        <p:spPr>
          <a:xfrm>
            <a:off x="5943600" y="1188720"/>
            <a:ext cx="2514600" cy="2011680"/>
          </a:xfrm>
          <a:prstGeom prst="roundRect">
            <a:avLst>
              <a:gd name="adj" fmla="val 8000"/>
            </a:avLst>
          </a:prstGeom>
          <a:solidFill>
            <a:srgbClr val="E8F4EC"/>
          </a:solidFill>
          <a:ln>
            <a:noFill/>
          </a:ln>
        </p:spPr>
        <p:txBody>
          <a:bodyPr spcFirstLastPara="1" wrap="square" lIns="109725" tIns="109725" rIns="109725" bIns="109725" anchor="ctr" anchorCtr="0">
            <a:noAutofit/>
          </a:bodyPr>
          <a:lstStyle/>
          <a:p>
            <a:pPr marL="0" marR="0" lvl="0" indent="0" algn="ctr" rtl="0">
              <a:lnSpc>
                <a:spcPct val="100000"/>
              </a:lnSpc>
              <a:spcBef>
                <a:spcPts val="0"/>
              </a:spcBef>
              <a:spcAft>
                <a:spcPts val="0"/>
              </a:spcAft>
              <a:buClr>
                <a:srgbClr val="007434"/>
              </a:buClr>
              <a:buSzPts val="3600"/>
              <a:buFont typeface="Tahoma" panose="020B0604030504040204"/>
              <a:buNone/>
            </a:pPr>
            <a:r>
              <a:rPr lang="en-US" sz="2400" b="1" i="0" u="none" strike="noStrike" cap="none">
                <a:solidFill>
                  <a:srgbClr val="007434"/>
                </a:solidFill>
                <a:latin typeface="Tahoma" panose="020B0604030504040204"/>
                <a:ea typeface="Tahoma" panose="020B0604030504040204"/>
                <a:cs typeface="Tahoma" panose="020B0604030504040204"/>
                <a:sym typeface="Tahoma" panose="020B0604030504040204"/>
              </a:rPr>
              <a:t>Embeddings</a:t>
            </a:r>
            <a:endParaRPr sz="2400" b="1" i="0" u="none" strike="noStrike" cap="none">
              <a:solidFill>
                <a:srgbClr val="007434"/>
              </a:solidFill>
              <a:latin typeface="Tahoma" panose="020B0604030504040204"/>
              <a:ea typeface="Tahoma" panose="020B0604030504040204"/>
              <a:cs typeface="Tahoma" panose="020B0604030504040204"/>
              <a:sym typeface="Tahoma" panose="020B0604030504040204"/>
            </a:endParaRPr>
          </a:p>
          <a:p>
            <a:pPr marL="0" marR="0" lvl="0" indent="0" algn="ctr" rtl="0">
              <a:lnSpc>
                <a:spcPct val="100000"/>
              </a:lnSpc>
              <a:spcBef>
                <a:spcPts val="400"/>
              </a:spcBef>
              <a:spcAft>
                <a:spcPts val="0"/>
              </a:spcAft>
              <a:buClr>
                <a:srgbClr val="1F1F1F"/>
              </a:buClr>
              <a:buSzPts val="1300"/>
              <a:buFont typeface="Tahoma" panose="020B0604030504040204"/>
              <a:buNone/>
            </a:pPr>
            <a:r>
              <a:rPr lang="en-US" sz="1300" b="1" i="0" u="none" strike="noStrike" cap="none">
                <a:solidFill>
                  <a:srgbClr val="1F1F1F"/>
                </a:solidFill>
                <a:latin typeface="Tahoma" panose="020B0604030504040204"/>
                <a:ea typeface="Tahoma" panose="020B0604030504040204"/>
                <a:cs typeface="Tahoma" panose="020B0604030504040204"/>
                <a:sym typeface="Tahoma" panose="020B0604030504040204"/>
              </a:rPr>
              <a:t>Text as vectors</a:t>
            </a:r>
            <a:endParaRPr sz="1300" b="1" i="0" u="none" strike="noStrike" cap="none">
              <a:solidFill>
                <a:srgbClr val="1F1F1F"/>
              </a:solidFill>
              <a:latin typeface="Tahoma" panose="020B0604030504040204"/>
              <a:ea typeface="Tahoma" panose="020B0604030504040204"/>
              <a:cs typeface="Tahoma" panose="020B0604030504040204"/>
              <a:sym typeface="Tahoma" panose="020B0604030504040204"/>
            </a:endParaRPr>
          </a:p>
          <a:p>
            <a:pPr marL="0" marR="0" lvl="0" indent="0" algn="ctr" rtl="0">
              <a:lnSpc>
                <a:spcPct val="100000"/>
              </a:lnSpc>
              <a:spcBef>
                <a:spcPts val="400"/>
              </a:spcBef>
              <a:spcAft>
                <a:spcPts val="0"/>
              </a:spcAft>
              <a:buClr>
                <a:srgbClr val="555555"/>
              </a:buClr>
              <a:buSzPts val="1050"/>
              <a:buFont typeface="Tahoma" panose="020B0604030504040204"/>
              <a:buNone/>
            </a:pPr>
            <a:r>
              <a:rPr lang="en-US" sz="1050" b="0" i="0" u="none" strike="noStrike" cap="none">
                <a:solidFill>
                  <a:srgbClr val="555555"/>
                </a:solidFill>
                <a:latin typeface="Tahoma" panose="020B0604030504040204"/>
                <a:ea typeface="Tahoma" panose="020B0604030504040204"/>
                <a:cs typeface="Tahoma" panose="020B0604030504040204"/>
                <a:sym typeface="Tahoma" panose="020B0604030504040204"/>
              </a:rPr>
              <a:t>Semantic similarity</a:t>
            </a:r>
            <a:endParaRPr sz="1050" b="0" i="0" u="none" strike="noStrike" cap="none">
              <a:solidFill>
                <a:srgbClr val="555555"/>
              </a:solidFill>
              <a:latin typeface="Tahoma" panose="020B0604030504040204"/>
              <a:ea typeface="Tahoma" panose="020B0604030504040204"/>
              <a:cs typeface="Tahoma" panose="020B0604030504040204"/>
              <a:sym typeface="Tahoma" panose="020B0604030504040204"/>
            </a:endParaRPr>
          </a:p>
        </p:txBody>
      </p:sp>
      <p:sp>
        <p:nvSpPr>
          <p:cNvPr id="135" name="Google Shape;135;p10"/>
          <p:cNvSpPr/>
          <p:nvPr/>
        </p:nvSpPr>
        <p:spPr>
          <a:xfrm>
            <a:off x="548640" y="3383280"/>
            <a:ext cx="2514600" cy="2011680"/>
          </a:xfrm>
          <a:prstGeom prst="roundRect">
            <a:avLst>
              <a:gd name="adj" fmla="val 8000"/>
            </a:avLst>
          </a:prstGeom>
          <a:solidFill>
            <a:srgbClr val="E8F4EC"/>
          </a:solidFill>
          <a:ln>
            <a:noFill/>
          </a:ln>
        </p:spPr>
        <p:txBody>
          <a:bodyPr spcFirstLastPara="1" wrap="square" lIns="109725" tIns="109725" rIns="109725" bIns="109725" anchor="ctr" anchorCtr="0">
            <a:noAutofit/>
          </a:bodyPr>
          <a:lstStyle/>
          <a:p>
            <a:pPr marL="0" marR="0" lvl="0" indent="0" algn="ctr" rtl="0">
              <a:lnSpc>
                <a:spcPct val="100000"/>
              </a:lnSpc>
              <a:spcBef>
                <a:spcPts val="0"/>
              </a:spcBef>
              <a:spcAft>
                <a:spcPts val="0"/>
              </a:spcAft>
              <a:buClr>
                <a:srgbClr val="007434"/>
              </a:buClr>
              <a:buSzPts val="3600"/>
              <a:buFont typeface="Tahoma" panose="020B0604030504040204"/>
              <a:buNone/>
            </a:pPr>
            <a:r>
              <a:rPr lang="en-US" sz="2400" b="1" i="0" u="none" strike="noStrike" cap="none">
                <a:solidFill>
                  <a:srgbClr val="007434"/>
                </a:solidFill>
                <a:latin typeface="Tahoma" panose="020B0604030504040204"/>
                <a:ea typeface="Tahoma" panose="020B0604030504040204"/>
                <a:cs typeface="Tahoma" panose="020B0604030504040204"/>
                <a:sym typeface="Tahoma" panose="020B0604030504040204"/>
              </a:rPr>
              <a:t>Retrieval</a:t>
            </a:r>
            <a:endParaRPr sz="2400" b="1" i="0" u="none" strike="noStrike" cap="none">
              <a:solidFill>
                <a:srgbClr val="007434"/>
              </a:solidFill>
              <a:latin typeface="Tahoma" panose="020B0604030504040204"/>
              <a:ea typeface="Tahoma" panose="020B0604030504040204"/>
              <a:cs typeface="Tahoma" panose="020B0604030504040204"/>
              <a:sym typeface="Tahoma" panose="020B0604030504040204"/>
            </a:endParaRPr>
          </a:p>
          <a:p>
            <a:pPr marL="0" marR="0" lvl="0" indent="0" algn="ctr" rtl="0">
              <a:lnSpc>
                <a:spcPct val="100000"/>
              </a:lnSpc>
              <a:spcBef>
                <a:spcPts val="400"/>
              </a:spcBef>
              <a:spcAft>
                <a:spcPts val="0"/>
              </a:spcAft>
              <a:buClr>
                <a:srgbClr val="1F1F1F"/>
              </a:buClr>
              <a:buSzPts val="1300"/>
              <a:buFont typeface="Tahoma" panose="020B0604030504040204"/>
              <a:buNone/>
            </a:pPr>
            <a:r>
              <a:rPr lang="en-US" sz="1300" b="1" i="0" u="none" strike="noStrike" cap="none">
                <a:solidFill>
                  <a:srgbClr val="1F1F1F"/>
                </a:solidFill>
                <a:latin typeface="Tahoma" panose="020B0604030504040204"/>
                <a:ea typeface="Tahoma" panose="020B0604030504040204"/>
                <a:cs typeface="Tahoma" panose="020B0604030504040204"/>
                <a:sym typeface="Tahoma" panose="020B0604030504040204"/>
              </a:rPr>
              <a:t>Find passages</a:t>
            </a:r>
            <a:endParaRPr sz="1300" b="1" i="0" u="none" strike="noStrike" cap="none">
              <a:solidFill>
                <a:srgbClr val="1F1F1F"/>
              </a:solidFill>
              <a:latin typeface="Tahoma" panose="020B0604030504040204"/>
              <a:ea typeface="Tahoma" panose="020B0604030504040204"/>
              <a:cs typeface="Tahoma" panose="020B0604030504040204"/>
              <a:sym typeface="Tahoma" panose="020B0604030504040204"/>
            </a:endParaRPr>
          </a:p>
          <a:p>
            <a:pPr marL="0" marR="0" lvl="0" indent="0" algn="ctr" rtl="0">
              <a:lnSpc>
                <a:spcPct val="100000"/>
              </a:lnSpc>
              <a:spcBef>
                <a:spcPts val="400"/>
              </a:spcBef>
              <a:spcAft>
                <a:spcPts val="0"/>
              </a:spcAft>
              <a:buClr>
                <a:srgbClr val="555555"/>
              </a:buClr>
              <a:buSzPts val="1050"/>
              <a:buFont typeface="Tahoma" panose="020B0604030504040204"/>
              <a:buNone/>
            </a:pPr>
            <a:r>
              <a:rPr lang="en-US" sz="1050" b="0" i="0" u="none" strike="noStrike" cap="none">
                <a:solidFill>
                  <a:srgbClr val="555555"/>
                </a:solidFill>
                <a:latin typeface="Tahoma" panose="020B0604030504040204"/>
                <a:ea typeface="Tahoma" panose="020B0604030504040204"/>
                <a:cs typeface="Tahoma" panose="020B0604030504040204"/>
                <a:sym typeface="Tahoma" panose="020B0604030504040204"/>
              </a:rPr>
              <a:t>Meaning, not keywords</a:t>
            </a:r>
            <a:endParaRPr sz="1050" b="0" i="0" u="none" strike="noStrike" cap="none">
              <a:solidFill>
                <a:srgbClr val="555555"/>
              </a:solidFill>
              <a:latin typeface="Tahoma" panose="020B0604030504040204"/>
              <a:ea typeface="Tahoma" panose="020B0604030504040204"/>
              <a:cs typeface="Tahoma" panose="020B0604030504040204"/>
              <a:sym typeface="Tahoma" panose="020B0604030504040204"/>
            </a:endParaRPr>
          </a:p>
        </p:txBody>
      </p:sp>
      <p:sp>
        <p:nvSpPr>
          <p:cNvPr id="136" name="Google Shape;136;p10"/>
          <p:cNvSpPr/>
          <p:nvPr/>
        </p:nvSpPr>
        <p:spPr>
          <a:xfrm>
            <a:off x="3246120" y="3383280"/>
            <a:ext cx="2514600" cy="2011680"/>
          </a:xfrm>
          <a:prstGeom prst="roundRect">
            <a:avLst>
              <a:gd name="adj" fmla="val 8000"/>
            </a:avLst>
          </a:prstGeom>
          <a:solidFill>
            <a:srgbClr val="E8F4EC"/>
          </a:solidFill>
          <a:ln>
            <a:noFill/>
          </a:ln>
        </p:spPr>
        <p:txBody>
          <a:bodyPr spcFirstLastPara="1" wrap="square" lIns="109725" tIns="109725" rIns="109725" bIns="109725" anchor="ctr" anchorCtr="0">
            <a:noAutofit/>
          </a:bodyPr>
          <a:lstStyle/>
          <a:p>
            <a:pPr marL="0" marR="0" lvl="0" indent="0" algn="ctr" rtl="0">
              <a:lnSpc>
                <a:spcPct val="100000"/>
              </a:lnSpc>
              <a:spcBef>
                <a:spcPts val="0"/>
              </a:spcBef>
              <a:spcAft>
                <a:spcPts val="0"/>
              </a:spcAft>
              <a:buClr>
                <a:srgbClr val="007434"/>
              </a:buClr>
              <a:buSzPts val="3600"/>
              <a:buFont typeface="Tahoma" panose="020B0604030504040204"/>
              <a:buNone/>
            </a:pPr>
            <a:r>
              <a:rPr lang="en-US" sz="2400" b="1" i="0" u="none" strike="noStrike" cap="none">
                <a:solidFill>
                  <a:srgbClr val="007434"/>
                </a:solidFill>
                <a:latin typeface="Tahoma" panose="020B0604030504040204"/>
                <a:ea typeface="Tahoma" panose="020B0604030504040204"/>
                <a:cs typeface="Tahoma" panose="020B0604030504040204"/>
                <a:sym typeface="Tahoma" panose="020B0604030504040204"/>
              </a:rPr>
              <a:t>Testing</a:t>
            </a:r>
            <a:endParaRPr sz="2400" b="1" i="0" u="none" strike="noStrike" cap="none">
              <a:solidFill>
                <a:srgbClr val="007434"/>
              </a:solidFill>
              <a:latin typeface="Tahoma" panose="020B0604030504040204"/>
              <a:ea typeface="Tahoma" panose="020B0604030504040204"/>
              <a:cs typeface="Tahoma" panose="020B0604030504040204"/>
              <a:sym typeface="Tahoma" panose="020B0604030504040204"/>
            </a:endParaRPr>
          </a:p>
          <a:p>
            <a:pPr marL="0" marR="0" lvl="0" indent="0" algn="ctr" rtl="0">
              <a:lnSpc>
                <a:spcPct val="100000"/>
              </a:lnSpc>
              <a:spcBef>
                <a:spcPts val="400"/>
              </a:spcBef>
              <a:spcAft>
                <a:spcPts val="0"/>
              </a:spcAft>
              <a:buClr>
                <a:srgbClr val="1F1F1F"/>
              </a:buClr>
              <a:buSzPts val="1300"/>
              <a:buFont typeface="Tahoma" panose="020B0604030504040204"/>
              <a:buNone/>
            </a:pPr>
            <a:r>
              <a:rPr lang="en-US" sz="1300" b="1" i="0" u="none" strike="noStrike" cap="none">
                <a:solidFill>
                  <a:srgbClr val="1F1F1F"/>
                </a:solidFill>
                <a:latin typeface="Tahoma" panose="020B0604030504040204"/>
                <a:ea typeface="Tahoma" panose="020B0604030504040204"/>
                <a:cs typeface="Tahoma" panose="020B0604030504040204"/>
                <a:sym typeface="Tahoma" panose="020B0604030504040204"/>
              </a:rPr>
              <a:t>Covered questions</a:t>
            </a:r>
            <a:endParaRPr sz="1300" b="1" i="0" u="none" strike="noStrike" cap="none">
              <a:solidFill>
                <a:srgbClr val="1F1F1F"/>
              </a:solidFill>
              <a:latin typeface="Tahoma" panose="020B0604030504040204"/>
              <a:ea typeface="Tahoma" panose="020B0604030504040204"/>
              <a:cs typeface="Tahoma" panose="020B0604030504040204"/>
              <a:sym typeface="Tahoma" panose="020B0604030504040204"/>
            </a:endParaRPr>
          </a:p>
          <a:p>
            <a:pPr marL="0" marR="0" lvl="0" indent="0" algn="ctr" rtl="0">
              <a:lnSpc>
                <a:spcPct val="100000"/>
              </a:lnSpc>
              <a:spcBef>
                <a:spcPts val="400"/>
              </a:spcBef>
              <a:spcAft>
                <a:spcPts val="0"/>
              </a:spcAft>
              <a:buClr>
                <a:srgbClr val="555555"/>
              </a:buClr>
              <a:buSzPts val="1050"/>
              <a:buFont typeface="Tahoma" panose="020B0604030504040204"/>
              <a:buNone/>
            </a:pPr>
            <a:r>
              <a:rPr lang="en-US" sz="1050" b="0" i="0" u="none" strike="noStrike" cap="none">
                <a:solidFill>
                  <a:srgbClr val="555555"/>
                </a:solidFill>
                <a:latin typeface="Tahoma" panose="020B0604030504040204"/>
                <a:ea typeface="Tahoma" panose="020B0604030504040204"/>
                <a:cs typeface="Tahoma" panose="020B0604030504040204"/>
                <a:sym typeface="Tahoma" panose="020B0604030504040204"/>
              </a:rPr>
              <a:t>Uncovered &amp; follow-ups</a:t>
            </a:r>
            <a:endParaRPr sz="1050" b="0" i="0" u="none" strike="noStrike" cap="none">
              <a:solidFill>
                <a:srgbClr val="555555"/>
              </a:solidFill>
              <a:latin typeface="Tahoma" panose="020B0604030504040204"/>
              <a:ea typeface="Tahoma" panose="020B0604030504040204"/>
              <a:cs typeface="Tahoma" panose="020B0604030504040204"/>
              <a:sym typeface="Tahoma" panose="020B0604030504040204"/>
            </a:endParaRPr>
          </a:p>
        </p:txBody>
      </p:sp>
      <p:sp>
        <p:nvSpPr>
          <p:cNvPr id="137" name="Google Shape;137;p10"/>
          <p:cNvSpPr/>
          <p:nvPr/>
        </p:nvSpPr>
        <p:spPr>
          <a:xfrm>
            <a:off x="5943600" y="3383280"/>
            <a:ext cx="2514600" cy="2011680"/>
          </a:xfrm>
          <a:prstGeom prst="roundRect">
            <a:avLst>
              <a:gd name="adj" fmla="val 8000"/>
            </a:avLst>
          </a:prstGeom>
          <a:solidFill>
            <a:srgbClr val="E8F4EC"/>
          </a:solidFill>
          <a:ln>
            <a:noFill/>
          </a:ln>
        </p:spPr>
        <p:txBody>
          <a:bodyPr spcFirstLastPara="1" wrap="square" lIns="109725" tIns="109725" rIns="109725" bIns="109725" anchor="ctr" anchorCtr="0">
            <a:noAutofit/>
          </a:bodyPr>
          <a:lstStyle/>
          <a:p>
            <a:pPr marL="0" marR="0" lvl="0" indent="0" algn="ctr" rtl="0">
              <a:lnSpc>
                <a:spcPct val="100000"/>
              </a:lnSpc>
              <a:spcBef>
                <a:spcPts val="0"/>
              </a:spcBef>
              <a:spcAft>
                <a:spcPts val="0"/>
              </a:spcAft>
              <a:buClr>
                <a:srgbClr val="007434"/>
              </a:buClr>
              <a:buSzPts val="3600"/>
              <a:buFont typeface="Tahoma" panose="020B0604030504040204"/>
              <a:buNone/>
            </a:pPr>
            <a:r>
              <a:rPr lang="en-US" sz="2400" b="1" i="0" u="none" strike="noStrike" cap="none">
                <a:solidFill>
                  <a:srgbClr val="007434"/>
                </a:solidFill>
                <a:latin typeface="Tahoma" panose="020B0604030504040204"/>
                <a:ea typeface="Tahoma" panose="020B0604030504040204"/>
                <a:cs typeface="Tahoma" panose="020B0604030504040204"/>
                <a:sym typeface="Tahoma" panose="020B0604030504040204"/>
              </a:rPr>
              <a:t>Growth</a:t>
            </a:r>
            <a:endParaRPr sz="2400" b="1" i="0" u="none" strike="noStrike" cap="none">
              <a:solidFill>
                <a:srgbClr val="007434"/>
              </a:solidFill>
              <a:latin typeface="Tahoma" panose="020B0604030504040204"/>
              <a:ea typeface="Tahoma" panose="020B0604030504040204"/>
              <a:cs typeface="Tahoma" panose="020B0604030504040204"/>
              <a:sym typeface="Tahoma" panose="020B0604030504040204"/>
            </a:endParaRPr>
          </a:p>
          <a:p>
            <a:pPr marL="0" marR="0" lvl="0" indent="0" algn="ctr" rtl="0">
              <a:lnSpc>
                <a:spcPct val="100000"/>
              </a:lnSpc>
              <a:spcBef>
                <a:spcPts val="400"/>
              </a:spcBef>
              <a:spcAft>
                <a:spcPts val="0"/>
              </a:spcAft>
              <a:buClr>
                <a:srgbClr val="1F1F1F"/>
              </a:buClr>
              <a:buSzPts val="1300"/>
              <a:buFont typeface="Tahoma" panose="020B0604030504040204"/>
              <a:buNone/>
            </a:pPr>
            <a:r>
              <a:rPr lang="en-US" sz="1300" b="1" i="0" u="none" strike="noStrike" cap="none">
                <a:solidFill>
                  <a:srgbClr val="1F1F1F"/>
                </a:solidFill>
                <a:latin typeface="Tahoma" panose="020B0604030504040204"/>
                <a:ea typeface="Tahoma" panose="020B0604030504040204"/>
                <a:cs typeface="Tahoma" panose="020B0604030504040204"/>
                <a:sym typeface="Tahoma" panose="020B0604030504040204"/>
              </a:rPr>
              <a:t>Continuous learning</a:t>
            </a:r>
            <a:endParaRPr sz="1300" b="1" i="0" u="none" strike="noStrike" cap="none">
              <a:solidFill>
                <a:srgbClr val="1F1F1F"/>
              </a:solidFill>
              <a:latin typeface="Tahoma" panose="020B0604030504040204"/>
              <a:ea typeface="Tahoma" panose="020B0604030504040204"/>
              <a:cs typeface="Tahoma" panose="020B0604030504040204"/>
              <a:sym typeface="Tahoma" panose="020B0604030504040204"/>
            </a:endParaRPr>
          </a:p>
          <a:p>
            <a:pPr marL="0" marR="0" lvl="0" indent="0" algn="ctr" rtl="0">
              <a:lnSpc>
                <a:spcPct val="100000"/>
              </a:lnSpc>
              <a:spcBef>
                <a:spcPts val="400"/>
              </a:spcBef>
              <a:spcAft>
                <a:spcPts val="0"/>
              </a:spcAft>
              <a:buClr>
                <a:srgbClr val="555555"/>
              </a:buClr>
              <a:buSzPts val="1050"/>
              <a:buFont typeface="Tahoma" panose="020B0604030504040204"/>
              <a:buNone/>
            </a:pPr>
            <a:r>
              <a:rPr lang="en-US" sz="1050" b="0" i="0" u="none" strike="noStrike" cap="none">
                <a:solidFill>
                  <a:srgbClr val="555555"/>
                </a:solidFill>
                <a:latin typeface="Tahoma" panose="020B0604030504040204"/>
                <a:ea typeface="Tahoma" panose="020B0604030504040204"/>
                <a:cs typeface="Tahoma" panose="020B0604030504040204"/>
                <a:sym typeface="Tahoma" panose="020B0604030504040204"/>
              </a:rPr>
              <a:t>Structured approach</a:t>
            </a:r>
            <a:endParaRPr sz="1050" b="0" i="0" u="none" strike="noStrike" cap="none">
              <a:solidFill>
                <a:srgbClr val="555555"/>
              </a:solidFill>
              <a:latin typeface="Tahoma" panose="020B0604030504040204"/>
              <a:ea typeface="Tahoma" panose="020B0604030504040204"/>
              <a:cs typeface="Tahoma" panose="020B0604030504040204"/>
              <a:sym typeface="Tahoma" panose="020B06040305040402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41" name="Shape 141"/>
        <p:cNvGrpSpPr/>
        <p:nvPr/>
      </p:nvGrpSpPr>
      <p:grpSpPr>
        <a:xfrm>
          <a:off x="0" y="0"/>
          <a:ext cx="0" cy="0"/>
          <a:chOff x="0" y="0"/>
          <a:chExt cx="0" cy="0"/>
        </a:xfrm>
      </p:grpSpPr>
      <p:sp>
        <p:nvSpPr>
          <p:cNvPr id="142" name="Google Shape;142;p11"/>
          <p:cNvSpPr txBox="1"/>
          <p:nvPr>
            <p:ph type="title"/>
          </p:nvPr>
        </p:nvSpPr>
        <p:spPr>
          <a:xfrm>
            <a:off x="457200" y="274640"/>
            <a:ext cx="8229600" cy="68048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B050"/>
              </a:buClr>
              <a:buSzPts val="2600"/>
              <a:buFont typeface="Tahoma" panose="020B0604030504040204"/>
              <a:buNone/>
            </a:pPr>
            <a:r>
              <a:rPr lang="en-US"/>
              <a:t>5. Reflection on Learning</a:t>
            </a:r>
            <a:endParaRPr lang="en-US"/>
          </a:p>
        </p:txBody>
      </p:sp>
      <p:sp>
        <p:nvSpPr>
          <p:cNvPr id="143" name="Google Shape;143;p11"/>
          <p:cNvSpPr txBox="1"/>
          <p:nvPr>
            <p:ph type="sldNum" idx="12"/>
          </p:nvPr>
        </p:nvSpPr>
        <p:spPr>
          <a:xfrm>
            <a:off x="4648200" y="6266141"/>
            <a:ext cx="2057400" cy="365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fld>
            <a:endParaRPr lang="en-US"/>
          </a:p>
        </p:txBody>
      </p:sp>
      <p:sp>
        <p:nvSpPr>
          <p:cNvPr id="144" name="Google Shape;144;p11"/>
          <p:cNvSpPr/>
          <p:nvPr/>
        </p:nvSpPr>
        <p:spPr>
          <a:xfrm>
            <a:off x="548640" y="1097280"/>
            <a:ext cx="3931920" cy="1371600"/>
          </a:xfrm>
          <a:prstGeom prst="roundRect">
            <a:avLst>
              <a:gd name="adj" fmla="val 8000"/>
            </a:avLst>
          </a:prstGeom>
          <a:solidFill>
            <a:srgbClr val="E8F4EC"/>
          </a:solidFill>
          <a:ln>
            <a:noFill/>
          </a:ln>
        </p:spPr>
        <p:txBody>
          <a:bodyPr spcFirstLastPara="1" wrap="square" lIns="137150" tIns="137150" rIns="137150" bIns="137150" anchor="t" anchorCtr="0">
            <a:noAutofit/>
          </a:bodyPr>
          <a:lstStyle/>
          <a:p>
            <a:pPr marL="0" marR="0" lvl="0" indent="0" algn="l" rtl="0">
              <a:lnSpc>
                <a:spcPct val="100000"/>
              </a:lnSpc>
              <a:spcBef>
                <a:spcPts val="0"/>
              </a:spcBef>
              <a:spcAft>
                <a:spcPts val="0"/>
              </a:spcAft>
              <a:buClr>
                <a:srgbClr val="007434"/>
              </a:buClr>
              <a:buSzPts val="1400"/>
              <a:buFont typeface="Tahoma" panose="020B0604030504040204"/>
              <a:buNone/>
            </a:pPr>
            <a:r>
              <a:rPr lang="en-US" sz="1400" b="1" i="0" u="none" strike="noStrike" cap="none">
                <a:solidFill>
                  <a:srgbClr val="007434"/>
                </a:solidFill>
                <a:latin typeface="Tahoma" panose="020B0604030504040204"/>
                <a:ea typeface="Tahoma" panose="020B0604030504040204"/>
                <a:cs typeface="Tahoma" panose="020B0604030504040204"/>
                <a:sym typeface="Tahoma" panose="020B0604030504040204"/>
              </a:rPr>
              <a:t>Technical Skills</a:t>
            </a:r>
            <a:endParaRPr sz="1400" b="1" i="0" u="none" strike="noStrike" cap="none">
              <a:solidFill>
                <a:srgbClr val="007434"/>
              </a:solidFill>
              <a:latin typeface="Tahoma" panose="020B0604030504040204"/>
              <a:ea typeface="Tahoma" panose="020B0604030504040204"/>
              <a:cs typeface="Tahoma" panose="020B0604030504040204"/>
              <a:sym typeface="Tahoma" panose="020B0604030504040204"/>
            </a:endParaRPr>
          </a:p>
          <a:p>
            <a:pPr marL="0" marR="0" lvl="0" indent="0" algn="l" rtl="0">
              <a:lnSpc>
                <a:spcPct val="105000"/>
              </a:lnSpc>
              <a:spcBef>
                <a:spcPts val="400"/>
              </a:spcBef>
              <a:spcAft>
                <a:spcPts val="0"/>
              </a:spcAft>
              <a:buClr>
                <a:srgbClr val="1F1F1F"/>
              </a:buClr>
              <a:buSzPts val="1200"/>
              <a:buFont typeface="Tahoma" panose="020B0604030504040204"/>
              <a:buNone/>
            </a:pPr>
            <a:r>
              <a:rPr lang="en-US" sz="1200" b="0" i="0" u="none" strike="noStrike" cap="none">
                <a:solidFill>
                  <a:srgbClr val="1F1F1F"/>
                </a:solidFill>
                <a:latin typeface="Tahoma" panose="020B0604030504040204"/>
                <a:ea typeface="Tahoma" panose="020B0604030504040204"/>
                <a:cs typeface="Tahoma" panose="020B0604030504040204"/>
                <a:sym typeface="Tahoma" panose="020B0604030504040204"/>
              </a:rPr>
              <a:t>Retrieval-Augmented Generation, document processing, chunking, embeddings and semantic similarity.</a:t>
            </a:r>
            <a:endParaRPr sz="1200" b="0" i="0" u="none" strike="noStrike" cap="none">
              <a:solidFill>
                <a:srgbClr val="1F1F1F"/>
              </a:solidFill>
              <a:latin typeface="Tahoma" panose="020B0604030504040204"/>
              <a:ea typeface="Tahoma" panose="020B0604030504040204"/>
              <a:cs typeface="Tahoma" panose="020B0604030504040204"/>
              <a:sym typeface="Tahoma" panose="020B0604030504040204"/>
            </a:endParaRPr>
          </a:p>
        </p:txBody>
      </p:sp>
      <p:sp>
        <p:nvSpPr>
          <p:cNvPr id="145" name="Google Shape;145;p11"/>
          <p:cNvSpPr/>
          <p:nvPr/>
        </p:nvSpPr>
        <p:spPr>
          <a:xfrm>
            <a:off x="4663440" y="1097280"/>
            <a:ext cx="3931920" cy="1371600"/>
          </a:xfrm>
          <a:prstGeom prst="roundRect">
            <a:avLst>
              <a:gd name="adj" fmla="val 8000"/>
            </a:avLst>
          </a:prstGeom>
          <a:solidFill>
            <a:srgbClr val="E8F4EC"/>
          </a:solidFill>
          <a:ln>
            <a:noFill/>
          </a:ln>
        </p:spPr>
        <p:txBody>
          <a:bodyPr spcFirstLastPara="1" wrap="square" lIns="137150" tIns="137150" rIns="137150" bIns="137150" anchor="t" anchorCtr="0">
            <a:noAutofit/>
          </a:bodyPr>
          <a:lstStyle/>
          <a:p>
            <a:pPr marL="0" marR="0" lvl="0" indent="0" algn="l" rtl="0">
              <a:lnSpc>
                <a:spcPct val="100000"/>
              </a:lnSpc>
              <a:spcBef>
                <a:spcPts val="0"/>
              </a:spcBef>
              <a:spcAft>
                <a:spcPts val="0"/>
              </a:spcAft>
              <a:buClr>
                <a:srgbClr val="007434"/>
              </a:buClr>
              <a:buSzPts val="1400"/>
              <a:buFont typeface="Tahoma" panose="020B0604030504040204"/>
              <a:buNone/>
            </a:pPr>
            <a:r>
              <a:rPr lang="en-US" sz="1400" b="1" i="0" u="none" strike="noStrike" cap="none">
                <a:solidFill>
                  <a:srgbClr val="007434"/>
                </a:solidFill>
                <a:latin typeface="Tahoma" panose="020B0604030504040204"/>
                <a:ea typeface="Tahoma" panose="020B0604030504040204"/>
                <a:cs typeface="Tahoma" panose="020B0604030504040204"/>
                <a:sym typeface="Tahoma" panose="020B0604030504040204"/>
              </a:rPr>
              <a:t>Problem-Solving</a:t>
            </a:r>
            <a:endParaRPr sz="1400" b="1" i="0" u="none" strike="noStrike" cap="none">
              <a:solidFill>
                <a:srgbClr val="007434"/>
              </a:solidFill>
              <a:latin typeface="Tahoma" panose="020B0604030504040204"/>
              <a:ea typeface="Tahoma" panose="020B0604030504040204"/>
              <a:cs typeface="Tahoma" panose="020B0604030504040204"/>
              <a:sym typeface="Tahoma" panose="020B0604030504040204"/>
            </a:endParaRPr>
          </a:p>
          <a:p>
            <a:pPr marL="0" marR="0" lvl="0" indent="0" algn="l" rtl="0">
              <a:lnSpc>
                <a:spcPct val="105000"/>
              </a:lnSpc>
              <a:spcBef>
                <a:spcPts val="400"/>
              </a:spcBef>
              <a:spcAft>
                <a:spcPts val="0"/>
              </a:spcAft>
              <a:buClr>
                <a:srgbClr val="1F1F1F"/>
              </a:buClr>
              <a:buSzPts val="1200"/>
              <a:buFont typeface="Tahoma" panose="020B0604030504040204"/>
              <a:buNone/>
            </a:pPr>
            <a:r>
              <a:rPr lang="en-US" sz="1200" b="0" i="0" u="none" strike="noStrike" cap="none">
                <a:solidFill>
                  <a:srgbClr val="1F1F1F"/>
                </a:solidFill>
                <a:latin typeface="Tahoma" panose="020B0604030504040204"/>
                <a:ea typeface="Tahoma" panose="020B0604030504040204"/>
                <a:cs typeface="Tahoma" panose="020B0604030504040204"/>
                <a:sym typeface="Tahoma" panose="020B0604030504040204"/>
              </a:rPr>
              <a:t>Breaking a larger problem into smaller components makes the workflow easier to understand and improve.</a:t>
            </a:r>
            <a:endParaRPr sz="1200" b="0" i="0" u="none" strike="noStrike" cap="none">
              <a:solidFill>
                <a:srgbClr val="1F1F1F"/>
              </a:solidFill>
              <a:latin typeface="Tahoma" panose="020B0604030504040204"/>
              <a:ea typeface="Tahoma" panose="020B0604030504040204"/>
              <a:cs typeface="Tahoma" panose="020B0604030504040204"/>
              <a:sym typeface="Tahoma" panose="020B0604030504040204"/>
            </a:endParaRPr>
          </a:p>
        </p:txBody>
      </p:sp>
      <p:sp>
        <p:nvSpPr>
          <p:cNvPr id="146" name="Google Shape;146;p11"/>
          <p:cNvSpPr/>
          <p:nvPr/>
        </p:nvSpPr>
        <p:spPr>
          <a:xfrm>
            <a:off x="548640" y="2587752"/>
            <a:ext cx="3931920" cy="1371600"/>
          </a:xfrm>
          <a:prstGeom prst="roundRect">
            <a:avLst>
              <a:gd name="adj" fmla="val 8000"/>
            </a:avLst>
          </a:prstGeom>
          <a:solidFill>
            <a:srgbClr val="E8F4EC"/>
          </a:solidFill>
          <a:ln>
            <a:noFill/>
          </a:ln>
        </p:spPr>
        <p:txBody>
          <a:bodyPr spcFirstLastPara="1" wrap="square" lIns="137150" tIns="137150" rIns="137150" bIns="137150" anchor="t" anchorCtr="0">
            <a:noAutofit/>
          </a:bodyPr>
          <a:lstStyle/>
          <a:p>
            <a:pPr marL="0" marR="0" lvl="0" indent="0" algn="l" rtl="0">
              <a:lnSpc>
                <a:spcPct val="100000"/>
              </a:lnSpc>
              <a:spcBef>
                <a:spcPts val="0"/>
              </a:spcBef>
              <a:spcAft>
                <a:spcPts val="0"/>
              </a:spcAft>
              <a:buClr>
                <a:srgbClr val="007434"/>
              </a:buClr>
              <a:buSzPts val="1400"/>
              <a:buFont typeface="Tahoma" panose="020B0604030504040204"/>
              <a:buNone/>
            </a:pPr>
            <a:r>
              <a:rPr lang="en-US" sz="1400" b="1" i="0" u="none" strike="noStrike" cap="none">
                <a:solidFill>
                  <a:srgbClr val="007434"/>
                </a:solidFill>
                <a:latin typeface="Tahoma" panose="020B0604030504040204"/>
                <a:ea typeface="Tahoma" panose="020B0604030504040204"/>
                <a:cs typeface="Tahoma" panose="020B0604030504040204"/>
                <a:sym typeface="Tahoma" panose="020B0604030504040204"/>
              </a:rPr>
              <a:t>Testing &amp; Evaluation</a:t>
            </a:r>
            <a:endParaRPr sz="1400" b="1" i="0" u="none" strike="noStrike" cap="none">
              <a:solidFill>
                <a:srgbClr val="007434"/>
              </a:solidFill>
              <a:latin typeface="Tahoma" panose="020B0604030504040204"/>
              <a:ea typeface="Tahoma" panose="020B0604030504040204"/>
              <a:cs typeface="Tahoma" panose="020B0604030504040204"/>
              <a:sym typeface="Tahoma" panose="020B0604030504040204"/>
            </a:endParaRPr>
          </a:p>
          <a:p>
            <a:pPr marL="0" marR="0" lvl="0" indent="0" algn="l" rtl="0">
              <a:lnSpc>
                <a:spcPct val="105000"/>
              </a:lnSpc>
              <a:spcBef>
                <a:spcPts val="400"/>
              </a:spcBef>
              <a:spcAft>
                <a:spcPts val="0"/>
              </a:spcAft>
              <a:buClr>
                <a:srgbClr val="1F1F1F"/>
              </a:buClr>
              <a:buSzPts val="1200"/>
              <a:buFont typeface="Tahoma" panose="020B0604030504040204"/>
              <a:buNone/>
            </a:pPr>
            <a:r>
              <a:rPr lang="en-US" sz="1200" b="0" i="0" u="none" strike="noStrike" cap="none">
                <a:solidFill>
                  <a:srgbClr val="1F1F1F"/>
                </a:solidFill>
                <a:latin typeface="Tahoma" panose="020B0604030504040204"/>
                <a:ea typeface="Tahoma" panose="020B0604030504040204"/>
                <a:cs typeface="Tahoma" panose="020B0604030504040204"/>
                <a:sym typeface="Tahoma" panose="020B0604030504040204"/>
              </a:rPr>
              <a:t>Test covered, uncovered, unclear and follow-up questions, and record observed behaviour carefully.</a:t>
            </a:r>
            <a:endParaRPr sz="1200" b="0" i="0" u="none" strike="noStrike" cap="none">
              <a:solidFill>
                <a:srgbClr val="1F1F1F"/>
              </a:solidFill>
              <a:latin typeface="Tahoma" panose="020B0604030504040204"/>
              <a:ea typeface="Tahoma" panose="020B0604030504040204"/>
              <a:cs typeface="Tahoma" panose="020B0604030504040204"/>
              <a:sym typeface="Tahoma" panose="020B0604030504040204"/>
            </a:endParaRPr>
          </a:p>
        </p:txBody>
      </p:sp>
      <p:sp>
        <p:nvSpPr>
          <p:cNvPr id="147" name="Google Shape;147;p11"/>
          <p:cNvSpPr/>
          <p:nvPr/>
        </p:nvSpPr>
        <p:spPr>
          <a:xfrm>
            <a:off x="4663440" y="2587752"/>
            <a:ext cx="3931920" cy="1371600"/>
          </a:xfrm>
          <a:prstGeom prst="roundRect">
            <a:avLst>
              <a:gd name="adj" fmla="val 8000"/>
            </a:avLst>
          </a:prstGeom>
          <a:solidFill>
            <a:srgbClr val="E8F4EC"/>
          </a:solidFill>
          <a:ln>
            <a:noFill/>
          </a:ln>
        </p:spPr>
        <p:txBody>
          <a:bodyPr spcFirstLastPara="1" wrap="square" lIns="137150" tIns="137150" rIns="137150" bIns="137150" anchor="t" anchorCtr="0">
            <a:noAutofit/>
          </a:bodyPr>
          <a:lstStyle/>
          <a:p>
            <a:pPr marL="0" marR="0" lvl="0" indent="0" algn="l" rtl="0">
              <a:lnSpc>
                <a:spcPct val="100000"/>
              </a:lnSpc>
              <a:spcBef>
                <a:spcPts val="0"/>
              </a:spcBef>
              <a:spcAft>
                <a:spcPts val="0"/>
              </a:spcAft>
              <a:buClr>
                <a:srgbClr val="007434"/>
              </a:buClr>
              <a:buSzPts val="1400"/>
              <a:buFont typeface="Tahoma" panose="020B0604030504040204"/>
              <a:buNone/>
            </a:pPr>
            <a:r>
              <a:rPr lang="en-US" sz="1400" b="1" i="0" u="none" strike="noStrike" cap="none">
                <a:solidFill>
                  <a:srgbClr val="007434"/>
                </a:solidFill>
                <a:latin typeface="Tahoma" panose="020B0604030504040204"/>
                <a:ea typeface="Tahoma" panose="020B0604030504040204"/>
                <a:cs typeface="Tahoma" panose="020B0604030504040204"/>
                <a:sym typeface="Tahoma" panose="020B0604030504040204"/>
              </a:rPr>
              <a:t>Application Design</a:t>
            </a:r>
            <a:endParaRPr sz="1400" b="1" i="0" u="none" strike="noStrike" cap="none">
              <a:solidFill>
                <a:srgbClr val="007434"/>
              </a:solidFill>
              <a:latin typeface="Tahoma" panose="020B0604030504040204"/>
              <a:ea typeface="Tahoma" panose="020B0604030504040204"/>
              <a:cs typeface="Tahoma" panose="020B0604030504040204"/>
              <a:sym typeface="Tahoma" panose="020B0604030504040204"/>
            </a:endParaRPr>
          </a:p>
          <a:p>
            <a:pPr marL="0" marR="0" lvl="0" indent="0" algn="l" rtl="0">
              <a:lnSpc>
                <a:spcPct val="105000"/>
              </a:lnSpc>
              <a:spcBef>
                <a:spcPts val="400"/>
              </a:spcBef>
              <a:spcAft>
                <a:spcPts val="0"/>
              </a:spcAft>
              <a:buClr>
                <a:srgbClr val="1F1F1F"/>
              </a:buClr>
              <a:buSzPts val="1200"/>
              <a:buFont typeface="Tahoma" panose="020B0604030504040204"/>
              <a:buNone/>
            </a:pPr>
            <a:r>
              <a:rPr lang="en-US" sz="1200" b="0" i="0" u="none" strike="noStrike" cap="none">
                <a:solidFill>
                  <a:srgbClr val="1F1F1F"/>
                </a:solidFill>
                <a:latin typeface="Tahoma" panose="020B0604030504040204"/>
                <a:ea typeface="Tahoma" panose="020B0604030504040204"/>
                <a:cs typeface="Tahoma" panose="020B0604030504040204"/>
                <a:sym typeface="Tahoma" panose="020B0604030504040204"/>
              </a:rPr>
              <a:t>Separating preparation, retrieval, generation and interaction makes problems easier to identify.</a:t>
            </a:r>
            <a:endParaRPr sz="1200" b="0" i="0" u="none" strike="noStrike" cap="none">
              <a:solidFill>
                <a:srgbClr val="1F1F1F"/>
              </a:solidFill>
              <a:latin typeface="Tahoma" panose="020B0604030504040204"/>
              <a:ea typeface="Tahoma" panose="020B0604030504040204"/>
              <a:cs typeface="Tahoma" panose="020B0604030504040204"/>
              <a:sym typeface="Tahoma" panose="020B0604030504040204"/>
            </a:endParaRPr>
          </a:p>
        </p:txBody>
      </p:sp>
      <p:sp>
        <p:nvSpPr>
          <p:cNvPr id="148" name="Google Shape;148;p11"/>
          <p:cNvSpPr/>
          <p:nvPr/>
        </p:nvSpPr>
        <p:spPr>
          <a:xfrm>
            <a:off x="548640" y="4078224"/>
            <a:ext cx="3931920" cy="1371600"/>
          </a:xfrm>
          <a:prstGeom prst="roundRect">
            <a:avLst>
              <a:gd name="adj" fmla="val 8000"/>
            </a:avLst>
          </a:prstGeom>
          <a:solidFill>
            <a:srgbClr val="E8F4EC"/>
          </a:solidFill>
          <a:ln>
            <a:noFill/>
          </a:ln>
        </p:spPr>
        <p:txBody>
          <a:bodyPr spcFirstLastPara="1" wrap="square" lIns="137150" tIns="137150" rIns="137150" bIns="137150" anchor="t" anchorCtr="0">
            <a:noAutofit/>
          </a:bodyPr>
          <a:lstStyle/>
          <a:p>
            <a:pPr marL="0" marR="0" lvl="0" indent="0" algn="l" rtl="0">
              <a:lnSpc>
                <a:spcPct val="100000"/>
              </a:lnSpc>
              <a:spcBef>
                <a:spcPts val="0"/>
              </a:spcBef>
              <a:spcAft>
                <a:spcPts val="0"/>
              </a:spcAft>
              <a:buClr>
                <a:srgbClr val="007434"/>
              </a:buClr>
              <a:buSzPts val="1400"/>
              <a:buFont typeface="Tahoma" panose="020B0604030504040204"/>
              <a:buNone/>
            </a:pPr>
            <a:r>
              <a:rPr lang="en-US" sz="1400" b="1" i="0" u="none" strike="noStrike" cap="none">
                <a:solidFill>
                  <a:srgbClr val="007434"/>
                </a:solidFill>
                <a:latin typeface="Tahoma" panose="020B0604030504040204"/>
                <a:ea typeface="Tahoma" panose="020B0604030504040204"/>
                <a:cs typeface="Tahoma" panose="020B0604030504040204"/>
                <a:sym typeface="Tahoma" panose="020B0604030504040204"/>
              </a:rPr>
              <a:t>Self-Learning</a:t>
            </a:r>
            <a:endParaRPr sz="1400" b="1" i="0" u="none" strike="noStrike" cap="none">
              <a:solidFill>
                <a:srgbClr val="007434"/>
              </a:solidFill>
              <a:latin typeface="Tahoma" panose="020B0604030504040204"/>
              <a:ea typeface="Tahoma" panose="020B0604030504040204"/>
              <a:cs typeface="Tahoma" panose="020B0604030504040204"/>
              <a:sym typeface="Tahoma" panose="020B0604030504040204"/>
            </a:endParaRPr>
          </a:p>
          <a:p>
            <a:pPr marL="0" marR="0" lvl="0" indent="0" algn="l" rtl="0">
              <a:lnSpc>
                <a:spcPct val="105000"/>
              </a:lnSpc>
              <a:spcBef>
                <a:spcPts val="400"/>
              </a:spcBef>
              <a:spcAft>
                <a:spcPts val="0"/>
              </a:spcAft>
              <a:buClr>
                <a:srgbClr val="1F1F1F"/>
              </a:buClr>
              <a:buSzPts val="1200"/>
              <a:buFont typeface="Tahoma" panose="020B0604030504040204"/>
              <a:buNone/>
            </a:pPr>
            <a:r>
              <a:rPr lang="en-US" sz="1200" b="0" i="0" u="none" strike="noStrike" cap="none">
                <a:solidFill>
                  <a:srgbClr val="1F1F1F"/>
                </a:solidFill>
                <a:latin typeface="Tahoma" panose="020B0604030504040204"/>
                <a:ea typeface="Tahoma" panose="020B0604030504040204"/>
                <a:cs typeface="Tahoma" panose="020B0604030504040204"/>
                <a:sym typeface="Tahoma" panose="020B0604030504040204"/>
              </a:rPr>
              <a:t>Studying a concept’s purpose, its place in the workflow and simple examples eases implementation.</a:t>
            </a:r>
            <a:endParaRPr sz="1200" b="0" i="0" u="none" strike="noStrike" cap="none">
              <a:solidFill>
                <a:srgbClr val="1F1F1F"/>
              </a:solidFill>
              <a:latin typeface="Tahoma" panose="020B0604030504040204"/>
              <a:ea typeface="Tahoma" panose="020B0604030504040204"/>
              <a:cs typeface="Tahoma" panose="020B0604030504040204"/>
              <a:sym typeface="Tahoma" panose="020B0604030504040204"/>
            </a:endParaRPr>
          </a:p>
        </p:txBody>
      </p:sp>
      <p:sp>
        <p:nvSpPr>
          <p:cNvPr id="149" name="Google Shape;149;p11"/>
          <p:cNvSpPr/>
          <p:nvPr/>
        </p:nvSpPr>
        <p:spPr>
          <a:xfrm>
            <a:off x="4663440" y="4078224"/>
            <a:ext cx="3931920" cy="1371600"/>
          </a:xfrm>
          <a:prstGeom prst="roundRect">
            <a:avLst>
              <a:gd name="adj" fmla="val 8000"/>
            </a:avLst>
          </a:prstGeom>
          <a:solidFill>
            <a:srgbClr val="E8F4EC"/>
          </a:solidFill>
          <a:ln>
            <a:noFill/>
          </a:ln>
        </p:spPr>
        <p:txBody>
          <a:bodyPr spcFirstLastPara="1" wrap="square" lIns="137150" tIns="137150" rIns="137150" bIns="137150" anchor="t" anchorCtr="0">
            <a:noAutofit/>
          </a:bodyPr>
          <a:lstStyle/>
          <a:p>
            <a:pPr marL="0" marR="0" lvl="0" indent="0" algn="l" rtl="0">
              <a:lnSpc>
                <a:spcPct val="100000"/>
              </a:lnSpc>
              <a:spcBef>
                <a:spcPts val="0"/>
              </a:spcBef>
              <a:spcAft>
                <a:spcPts val="0"/>
              </a:spcAft>
              <a:buClr>
                <a:srgbClr val="007434"/>
              </a:buClr>
              <a:buSzPts val="1400"/>
              <a:buFont typeface="Tahoma" panose="020B0604030504040204"/>
              <a:buNone/>
            </a:pPr>
            <a:r>
              <a:rPr lang="en-US" sz="1400" b="1" i="0" u="none" strike="noStrike" cap="none">
                <a:solidFill>
                  <a:srgbClr val="007434"/>
                </a:solidFill>
                <a:latin typeface="Tahoma" panose="020B0604030504040204"/>
                <a:ea typeface="Tahoma" panose="020B0604030504040204"/>
                <a:cs typeface="Tahoma" panose="020B0604030504040204"/>
                <a:sym typeface="Tahoma" panose="020B0604030504040204"/>
              </a:rPr>
              <a:t>Professional Growth</a:t>
            </a:r>
            <a:endParaRPr sz="1400" b="1" i="0" u="none" strike="noStrike" cap="none">
              <a:solidFill>
                <a:srgbClr val="007434"/>
              </a:solidFill>
              <a:latin typeface="Tahoma" panose="020B0604030504040204"/>
              <a:ea typeface="Tahoma" panose="020B0604030504040204"/>
              <a:cs typeface="Tahoma" panose="020B0604030504040204"/>
              <a:sym typeface="Tahoma" panose="020B0604030504040204"/>
            </a:endParaRPr>
          </a:p>
          <a:p>
            <a:pPr marL="0" marR="0" lvl="0" indent="0" algn="l" rtl="0">
              <a:lnSpc>
                <a:spcPct val="105000"/>
              </a:lnSpc>
              <a:spcBef>
                <a:spcPts val="400"/>
              </a:spcBef>
              <a:spcAft>
                <a:spcPts val="0"/>
              </a:spcAft>
              <a:buClr>
                <a:srgbClr val="1F1F1F"/>
              </a:buClr>
              <a:buSzPts val="1200"/>
              <a:buFont typeface="Tahoma" panose="020B0604030504040204"/>
              <a:buNone/>
            </a:pPr>
            <a:r>
              <a:rPr lang="en-US" sz="1200" b="0" i="0" u="none" strike="noStrike" cap="none">
                <a:solidFill>
                  <a:srgbClr val="1F1F1F"/>
                </a:solidFill>
                <a:latin typeface="Tahoma" panose="020B0604030504040204"/>
                <a:ea typeface="Tahoma" panose="020B0604030504040204"/>
                <a:cs typeface="Tahoma" panose="020B0604030504040204"/>
                <a:sym typeface="Tahoma" panose="020B0604030504040204"/>
              </a:rPr>
              <a:t>Reinforced consistency, patience, responsibility and a positive learning attitude.</a:t>
            </a:r>
            <a:endParaRPr sz="1200" b="0" i="0" u="none" strike="noStrike" cap="none">
              <a:solidFill>
                <a:srgbClr val="1F1F1F"/>
              </a:solidFill>
              <a:latin typeface="Tahoma" panose="020B0604030504040204"/>
              <a:ea typeface="Tahoma" panose="020B0604030504040204"/>
              <a:cs typeface="Tahoma" panose="020B0604030504040204"/>
              <a:sym typeface="Tahoma" panose="020B060403050404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48" name="Shape 48"/>
        <p:cNvGrpSpPr/>
        <p:nvPr/>
      </p:nvGrpSpPr>
      <p:grpSpPr>
        <a:xfrm>
          <a:off x="0" y="0"/>
          <a:ext cx="0" cy="0"/>
          <a:chOff x="0" y="0"/>
          <a:chExt cx="0" cy="0"/>
        </a:xfrm>
      </p:grpSpPr>
      <p:sp>
        <p:nvSpPr>
          <p:cNvPr id="49" name="Google Shape;49;p3"/>
          <p:cNvSpPr txBox="1"/>
          <p:nvPr>
            <p:ph type="title"/>
          </p:nvPr>
        </p:nvSpPr>
        <p:spPr>
          <a:xfrm>
            <a:off x="457200" y="274640"/>
            <a:ext cx="8229600" cy="68048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B050"/>
              </a:buClr>
              <a:buSzPts val="2600"/>
              <a:buFont typeface="Tahoma" panose="020B0604030504040204"/>
              <a:buNone/>
            </a:pPr>
            <a:r>
              <a:rPr lang="en-US"/>
              <a:t>5. Reflection – Testing &amp; Evaluation</a:t>
            </a:r>
            <a:endParaRPr lang="en-US"/>
          </a:p>
        </p:txBody>
      </p:sp>
      <p:sp>
        <p:nvSpPr>
          <p:cNvPr id="50" name="Google Shape;50;p3"/>
          <p:cNvSpPr txBox="1"/>
          <p:nvPr>
            <p:ph type="sldNum" idx="12"/>
          </p:nvPr>
        </p:nvSpPr>
        <p:spPr>
          <a:xfrm>
            <a:off x="4648200" y="6266141"/>
            <a:ext cx="2057400" cy="365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fld>
            <a:endParaRPr lang="en-US"/>
          </a:p>
        </p:txBody>
      </p:sp>
      <p:sp>
        <p:nvSpPr>
          <p:cNvPr id="300" name="Card Covered questions"/>
          <p:cNvSpPr/>
          <p:nvPr/>
        </p:nvSpPr>
        <p:spPr>
          <a:xfrm>
            <a:off x="548640" y="1188720"/>
            <a:ext cx="3566160" cy="941832"/>
          </a:xfrm>
          <a:prstGeom prst="roundRect">
            <a:avLst>
              <a:gd name="adj" fmla="val 8000"/>
            </a:avLst>
          </a:prstGeom>
          <a:solidFill>
            <a:srgbClr val="E8F4EC"/>
          </a:solidFill>
          <a:ln>
            <a:noFill/>
          </a:ln>
        </p:spPr>
        <p:txBody>
          <a:bodyPr wrap="square" lIns="128000" tIns="128000" rIns="128000" bIns="128000" anchor="ctr">
            <a:noAutofit/>
          </a:bodyPr>
          <a:lstStyle/>
          <a:p>
            <a:pPr marL="0" indent="0" algn="l">
              <a:lnSpc>
                <a:spcPct val="100000"/>
              </a:lnSpc>
              <a:spcBef>
                <a:spcPts val="0"/>
              </a:spcBef>
              <a:spcAft>
                <a:spcPts val="0"/>
              </a:spcAft>
              <a:buNone/>
            </a:pPr>
            <a:r>
              <a:rPr lang="en-US" sz="1100" b="1" i="0">
                <a:solidFill>
                  <a:srgbClr val="007434"/>
                </a:solidFill>
                <a:latin typeface="Tahoma" panose="020B0604030504040204"/>
                <a:ea typeface="Tahoma" panose="020B0604030504040204"/>
                <a:cs typeface="Tahoma" panose="020B0604030504040204"/>
                <a:sym typeface="Tahoma" panose="020B0604030504040204"/>
              </a:rPr>
              <a:t>Covered questions</a:t>
            </a:r>
            <a:endParaRPr lang="en-US" sz="1100" b="1" i="0">
              <a:solidFill>
                <a:srgbClr val="007434"/>
              </a:solidFill>
              <a:latin typeface="Tahoma" panose="020B0604030504040204"/>
              <a:ea typeface="Tahoma" panose="020B0604030504040204"/>
              <a:cs typeface="Tahoma" panose="020B0604030504040204"/>
              <a:sym typeface="Tahoma" panose="020B0604030504040204"/>
            </a:endParaRPr>
          </a:p>
          <a:p>
            <a:pPr marL="0" indent="0" algn="l">
              <a:lnSpc>
                <a:spcPct val="100000"/>
              </a:lnSpc>
              <a:spcBef>
                <a:spcPts val="200"/>
              </a:spcBef>
              <a:spcAft>
                <a:spcPts val="0"/>
              </a:spcAft>
              <a:buNone/>
            </a:pPr>
            <a:r>
              <a:rPr lang="en-US" sz="1300" b="0" i="0">
                <a:solidFill>
                  <a:srgbClr val="1F1F1F"/>
                </a:solidFill>
                <a:latin typeface="Tahoma" panose="020B0604030504040204"/>
                <a:ea typeface="Tahoma" panose="020B0604030504040204"/>
                <a:cs typeface="Tahoma" panose="020B0604030504040204"/>
                <a:sym typeface="Tahoma" panose="020B0604030504040204"/>
              </a:rPr>
              <a:t>Answers drawn from the available learning material</a:t>
            </a:r>
            <a:endParaRPr lang="en-US" sz="1300" b="0" i="0">
              <a:solidFill>
                <a:srgbClr val="1F1F1F"/>
              </a:solidFill>
              <a:latin typeface="Tahoma" panose="020B0604030504040204"/>
              <a:ea typeface="Tahoma" panose="020B0604030504040204"/>
              <a:cs typeface="Tahoma" panose="020B0604030504040204"/>
              <a:sym typeface="Tahoma" panose="020B0604030504040204"/>
            </a:endParaRPr>
          </a:p>
        </p:txBody>
      </p:sp>
      <p:sp>
        <p:nvSpPr>
          <p:cNvPr id="301" name="Card Questions not covered"/>
          <p:cNvSpPr/>
          <p:nvPr/>
        </p:nvSpPr>
        <p:spPr>
          <a:xfrm>
            <a:off x="548640" y="2267712"/>
            <a:ext cx="3566160" cy="941832"/>
          </a:xfrm>
          <a:prstGeom prst="roundRect">
            <a:avLst>
              <a:gd name="adj" fmla="val 8000"/>
            </a:avLst>
          </a:prstGeom>
          <a:solidFill>
            <a:srgbClr val="E8F4EC"/>
          </a:solidFill>
          <a:ln>
            <a:noFill/>
          </a:ln>
        </p:spPr>
        <p:txBody>
          <a:bodyPr wrap="square" lIns="128000" tIns="128000" rIns="128000" bIns="128000" anchor="ctr">
            <a:noAutofit/>
          </a:bodyPr>
          <a:lstStyle/>
          <a:p>
            <a:pPr marL="0" indent="0" algn="l">
              <a:lnSpc>
                <a:spcPct val="100000"/>
              </a:lnSpc>
              <a:spcBef>
                <a:spcPts val="0"/>
              </a:spcBef>
              <a:spcAft>
                <a:spcPts val="0"/>
              </a:spcAft>
              <a:buNone/>
            </a:pPr>
            <a:r>
              <a:rPr lang="en-US" sz="1100" b="1" i="0">
                <a:solidFill>
                  <a:srgbClr val="007434"/>
                </a:solidFill>
                <a:latin typeface="Tahoma" panose="020B0604030504040204"/>
                <a:ea typeface="Tahoma" panose="020B0604030504040204"/>
                <a:cs typeface="Tahoma" panose="020B0604030504040204"/>
                <a:sym typeface="Tahoma" panose="020B0604030504040204"/>
              </a:rPr>
              <a:t>Questions not covered</a:t>
            </a:r>
            <a:endParaRPr lang="en-US" sz="1100" b="1" i="0">
              <a:solidFill>
                <a:srgbClr val="007434"/>
              </a:solidFill>
              <a:latin typeface="Tahoma" panose="020B0604030504040204"/>
              <a:ea typeface="Tahoma" panose="020B0604030504040204"/>
              <a:cs typeface="Tahoma" panose="020B0604030504040204"/>
              <a:sym typeface="Tahoma" panose="020B0604030504040204"/>
            </a:endParaRPr>
          </a:p>
          <a:p>
            <a:pPr marL="0" indent="0" algn="l">
              <a:lnSpc>
                <a:spcPct val="100000"/>
              </a:lnSpc>
              <a:spcBef>
                <a:spcPts val="200"/>
              </a:spcBef>
              <a:spcAft>
                <a:spcPts val="0"/>
              </a:spcAft>
              <a:buNone/>
            </a:pPr>
            <a:r>
              <a:rPr lang="en-US" sz="1300" b="0" i="0">
                <a:solidFill>
                  <a:srgbClr val="1F1F1F"/>
                </a:solidFill>
                <a:latin typeface="Tahoma" panose="020B0604030504040204"/>
                <a:ea typeface="Tahoma" panose="020B0604030504040204"/>
                <a:cs typeface="Tahoma" panose="020B0604030504040204"/>
                <a:sym typeface="Tahoma" panose="020B0604030504040204"/>
              </a:rPr>
              <a:t>Handling of missing context</a:t>
            </a:r>
            <a:endParaRPr lang="en-US" sz="1300" b="0" i="0">
              <a:solidFill>
                <a:srgbClr val="1F1F1F"/>
              </a:solidFill>
              <a:latin typeface="Tahoma" panose="020B0604030504040204"/>
              <a:ea typeface="Tahoma" panose="020B0604030504040204"/>
              <a:cs typeface="Tahoma" panose="020B0604030504040204"/>
              <a:sym typeface="Tahoma" panose="020B0604030504040204"/>
            </a:endParaRPr>
          </a:p>
        </p:txBody>
      </p:sp>
      <p:sp>
        <p:nvSpPr>
          <p:cNvPr id="302" name="Card Unclear inputs"/>
          <p:cNvSpPr/>
          <p:nvPr/>
        </p:nvSpPr>
        <p:spPr>
          <a:xfrm>
            <a:off x="548640" y="3346704"/>
            <a:ext cx="3566160" cy="941832"/>
          </a:xfrm>
          <a:prstGeom prst="roundRect">
            <a:avLst>
              <a:gd name="adj" fmla="val 8000"/>
            </a:avLst>
          </a:prstGeom>
          <a:solidFill>
            <a:srgbClr val="E8F4EC"/>
          </a:solidFill>
          <a:ln>
            <a:noFill/>
          </a:ln>
        </p:spPr>
        <p:txBody>
          <a:bodyPr wrap="square" lIns="128000" tIns="128000" rIns="128000" bIns="128000" anchor="ctr">
            <a:noAutofit/>
          </a:bodyPr>
          <a:lstStyle/>
          <a:p>
            <a:pPr marL="0" indent="0" algn="l">
              <a:lnSpc>
                <a:spcPct val="100000"/>
              </a:lnSpc>
              <a:spcBef>
                <a:spcPts val="0"/>
              </a:spcBef>
              <a:spcAft>
                <a:spcPts val="0"/>
              </a:spcAft>
              <a:buNone/>
            </a:pPr>
            <a:r>
              <a:rPr lang="en-US" sz="1100" b="1" i="0">
                <a:solidFill>
                  <a:srgbClr val="007434"/>
                </a:solidFill>
                <a:latin typeface="Tahoma" panose="020B0604030504040204"/>
                <a:ea typeface="Tahoma" panose="020B0604030504040204"/>
                <a:cs typeface="Tahoma" panose="020B0604030504040204"/>
                <a:sym typeface="Tahoma" panose="020B0604030504040204"/>
              </a:rPr>
              <a:t>Unclear inputs</a:t>
            </a:r>
            <a:endParaRPr lang="en-US" sz="1100" b="1" i="0">
              <a:solidFill>
                <a:srgbClr val="007434"/>
              </a:solidFill>
              <a:latin typeface="Tahoma" panose="020B0604030504040204"/>
              <a:ea typeface="Tahoma" panose="020B0604030504040204"/>
              <a:cs typeface="Tahoma" panose="020B0604030504040204"/>
              <a:sym typeface="Tahoma" panose="020B0604030504040204"/>
            </a:endParaRPr>
          </a:p>
          <a:p>
            <a:pPr marL="0" indent="0" algn="l">
              <a:lnSpc>
                <a:spcPct val="100000"/>
              </a:lnSpc>
              <a:spcBef>
                <a:spcPts val="200"/>
              </a:spcBef>
              <a:spcAft>
                <a:spcPts val="0"/>
              </a:spcAft>
              <a:buNone/>
            </a:pPr>
            <a:r>
              <a:rPr lang="en-US" sz="1300" b="0" i="0">
                <a:solidFill>
                  <a:srgbClr val="1F1F1F"/>
                </a:solidFill>
                <a:latin typeface="Tahoma" panose="020B0604030504040204"/>
                <a:ea typeface="Tahoma" panose="020B0604030504040204"/>
                <a:cs typeface="Tahoma" panose="020B0604030504040204"/>
                <a:sym typeface="Tahoma" panose="020B0604030504040204"/>
              </a:rPr>
              <a:t>Behaviour on vague or empty questions</a:t>
            </a:r>
            <a:endParaRPr lang="en-US" sz="1300" b="0" i="0">
              <a:solidFill>
                <a:srgbClr val="1F1F1F"/>
              </a:solidFill>
              <a:latin typeface="Tahoma" panose="020B0604030504040204"/>
              <a:ea typeface="Tahoma" panose="020B0604030504040204"/>
              <a:cs typeface="Tahoma" panose="020B0604030504040204"/>
              <a:sym typeface="Tahoma" panose="020B0604030504040204"/>
            </a:endParaRPr>
          </a:p>
        </p:txBody>
      </p:sp>
      <p:sp>
        <p:nvSpPr>
          <p:cNvPr id="303" name="Card Follow-up questions"/>
          <p:cNvSpPr/>
          <p:nvPr/>
        </p:nvSpPr>
        <p:spPr>
          <a:xfrm>
            <a:off x="548640" y="4425696"/>
            <a:ext cx="3566160" cy="941832"/>
          </a:xfrm>
          <a:prstGeom prst="roundRect">
            <a:avLst>
              <a:gd name="adj" fmla="val 8000"/>
            </a:avLst>
          </a:prstGeom>
          <a:solidFill>
            <a:srgbClr val="E8F4EC"/>
          </a:solidFill>
          <a:ln>
            <a:noFill/>
          </a:ln>
        </p:spPr>
        <p:txBody>
          <a:bodyPr wrap="square" lIns="128000" tIns="128000" rIns="128000" bIns="128000" anchor="ctr">
            <a:noAutofit/>
          </a:bodyPr>
          <a:lstStyle/>
          <a:p>
            <a:pPr marL="0" indent="0" algn="l">
              <a:lnSpc>
                <a:spcPct val="100000"/>
              </a:lnSpc>
              <a:spcBef>
                <a:spcPts val="0"/>
              </a:spcBef>
              <a:spcAft>
                <a:spcPts val="0"/>
              </a:spcAft>
              <a:buNone/>
            </a:pPr>
            <a:r>
              <a:rPr lang="en-US" sz="1100" b="1" i="0">
                <a:solidFill>
                  <a:srgbClr val="007434"/>
                </a:solidFill>
                <a:latin typeface="Tahoma" panose="020B0604030504040204"/>
                <a:ea typeface="Tahoma" panose="020B0604030504040204"/>
                <a:cs typeface="Tahoma" panose="020B0604030504040204"/>
                <a:sym typeface="Tahoma" panose="020B0604030504040204"/>
              </a:rPr>
              <a:t>Follow-up questions</a:t>
            </a:r>
            <a:endParaRPr lang="en-US" sz="1100" b="1" i="0">
              <a:solidFill>
                <a:srgbClr val="007434"/>
              </a:solidFill>
              <a:latin typeface="Tahoma" panose="020B0604030504040204"/>
              <a:ea typeface="Tahoma" panose="020B0604030504040204"/>
              <a:cs typeface="Tahoma" panose="020B0604030504040204"/>
              <a:sym typeface="Tahoma" panose="020B0604030504040204"/>
            </a:endParaRPr>
          </a:p>
          <a:p>
            <a:pPr marL="0" indent="0" algn="l">
              <a:lnSpc>
                <a:spcPct val="100000"/>
              </a:lnSpc>
              <a:spcBef>
                <a:spcPts val="200"/>
              </a:spcBef>
              <a:spcAft>
                <a:spcPts val="0"/>
              </a:spcAft>
              <a:buNone/>
            </a:pPr>
            <a:r>
              <a:rPr lang="en-US" sz="1300" b="0" i="0">
                <a:solidFill>
                  <a:srgbClr val="1F1F1F"/>
                </a:solidFill>
                <a:latin typeface="Tahoma" panose="020B0604030504040204"/>
                <a:ea typeface="Tahoma" panose="020B0604030504040204"/>
                <a:cs typeface="Tahoma" panose="020B0604030504040204"/>
                <a:sym typeface="Tahoma" panose="020B0604030504040204"/>
              </a:rPr>
              <a:t>Context handling across questions</a:t>
            </a:r>
            <a:endParaRPr lang="en-US" sz="1300" b="0" i="0">
              <a:solidFill>
                <a:srgbClr val="1F1F1F"/>
              </a:solidFill>
              <a:latin typeface="Tahoma" panose="020B0604030504040204"/>
              <a:ea typeface="Tahoma" panose="020B0604030504040204"/>
              <a:cs typeface="Tahoma" panose="020B0604030504040204"/>
              <a:sym typeface="Tahoma" panose="020B0604030504040204"/>
            </a:endParaRPr>
          </a:p>
        </p:txBody>
      </p:sp>
      <p:pic>
        <p:nvPicPr>
          <p:cNvPr id="310" name="Testing and evaluation metrics" descr="Figure 3.1 Testing and evaluation metrics"/>
          <p:cNvPicPr preferRelativeResize="0"/>
          <p:nvPr/>
        </p:nvPicPr>
        <p:blipFill rotWithShape="1">
          <a:blip r:embed="rId1"/>
          <a:srcRect/>
          <a:stretch>
            <a:fillRect/>
          </a:stretch>
        </p:blipFill>
        <p:spPr>
          <a:xfrm>
            <a:off x="4359494" y="1234440"/>
            <a:ext cx="4265491" cy="3383280"/>
          </a:xfrm>
          <a:prstGeom prst="rect">
            <a:avLst/>
          </a:prstGeom>
          <a:ln w="9525">
            <a:solidFill>
              <a:srgbClr val="D5E8DB"/>
            </a:solidFill>
          </a:ln>
        </p:spPr>
      </p:pic>
      <p:sp>
        <p:nvSpPr>
          <p:cNvPr id="311" name="Caption"/>
          <p:cNvSpPr txBox="1"/>
          <p:nvPr/>
        </p:nvSpPr>
        <p:spPr>
          <a:xfrm>
            <a:off x="4389120" y="4709160"/>
            <a:ext cx="4206240" cy="320040"/>
          </a:xfrm>
          <a:prstGeom prst="rect">
            <a:avLst/>
          </a:prstGeom>
          <a:noFill/>
          <a:ln>
            <a:noFill/>
          </a:ln>
        </p:spPr>
        <p:txBody>
          <a:bodyPr wrap="square" lIns="45700" tIns="45700" rIns="45700" bIns="45700" anchor="t">
            <a:noAutofit/>
          </a:bodyPr>
          <a:lstStyle/>
          <a:p>
            <a:pPr marL="0" indent="0" algn="ctr">
              <a:lnSpc>
                <a:spcPct val="100000"/>
              </a:lnSpc>
              <a:spcBef>
                <a:spcPts val="0"/>
              </a:spcBef>
              <a:spcAft>
                <a:spcPts val="0"/>
              </a:spcAft>
              <a:buNone/>
            </a:pPr>
            <a:r>
              <a:rPr lang="en-US" sz="1100" b="0" i="0">
                <a:solidFill>
                  <a:srgbClr val="555555"/>
                </a:solidFill>
                <a:latin typeface="Tahoma" panose="020B0604030504040204"/>
                <a:ea typeface="Tahoma" panose="020B0604030504040204"/>
                <a:cs typeface="Tahoma" panose="020B0604030504040204"/>
                <a:sym typeface="Tahoma" panose="020B0604030504040204"/>
              </a:rPr>
              <a:t>Fig 3.1 – Testing and Evaluation Metrics</a:t>
            </a:r>
            <a:endParaRPr lang="en-US" sz="1100" b="0" i="0">
              <a:solidFill>
                <a:srgbClr val="555555"/>
              </a:solidFill>
              <a:latin typeface="Tahoma" panose="020B0604030504040204"/>
              <a:ea typeface="Tahoma" panose="020B0604030504040204"/>
              <a:cs typeface="Tahoma" panose="020B0604030504040204"/>
              <a:sym typeface="Tahoma" panose="020B060403050404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53" name="Shape 153"/>
        <p:cNvGrpSpPr/>
        <p:nvPr/>
      </p:nvGrpSpPr>
      <p:grpSpPr>
        <a:xfrm>
          <a:off x="0" y="0"/>
          <a:ext cx="0" cy="0"/>
          <a:chOff x="0" y="0"/>
          <a:chExt cx="0" cy="0"/>
        </a:xfrm>
      </p:grpSpPr>
      <p:sp>
        <p:nvSpPr>
          <p:cNvPr id="154" name="Google Shape;154;p12"/>
          <p:cNvSpPr txBox="1"/>
          <p:nvPr>
            <p:ph type="title"/>
          </p:nvPr>
        </p:nvSpPr>
        <p:spPr>
          <a:xfrm>
            <a:off x="457200" y="274640"/>
            <a:ext cx="8229600" cy="68048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B050"/>
              </a:buClr>
              <a:buSzPts val="2600"/>
              <a:buFont typeface="Tahoma" panose="020B0604030504040204"/>
              <a:buNone/>
            </a:pPr>
            <a:r>
              <a:rPr lang="en-US"/>
              <a:t>5. Reflection – Key Concepts Learned</a:t>
            </a:r>
            <a:endParaRPr lang="en-US"/>
          </a:p>
        </p:txBody>
      </p:sp>
      <p:sp>
        <p:nvSpPr>
          <p:cNvPr id="155" name="Google Shape;155;p12"/>
          <p:cNvSpPr txBox="1"/>
          <p:nvPr>
            <p:ph type="sldNum" idx="12"/>
          </p:nvPr>
        </p:nvSpPr>
        <p:spPr>
          <a:xfrm>
            <a:off x="4648200" y="6266141"/>
            <a:ext cx="2057400" cy="365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fld>
            <a:endParaRPr lang="en-US"/>
          </a:p>
        </p:txBody>
      </p:sp>
      <p:sp>
        <p:nvSpPr>
          <p:cNvPr id="156" name="Google Shape;156;p12"/>
          <p:cNvSpPr/>
          <p:nvPr/>
        </p:nvSpPr>
        <p:spPr>
          <a:xfrm>
            <a:off x="548640" y="1143000"/>
            <a:ext cx="640080" cy="640080"/>
          </a:xfrm>
          <a:prstGeom prst="ellipse">
            <a:avLst/>
          </a:prstGeom>
          <a:solidFill>
            <a:srgbClr val="00743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800"/>
              <a:buFont typeface="Tahoma" panose="020B0604030504040204"/>
              <a:buNone/>
            </a:pPr>
            <a:r>
              <a:rPr lang="en-US" sz="1800" b="1" i="0" u="none" strike="noStrike" cap="none">
                <a:solidFill>
                  <a:srgbClr val="FFFFFF"/>
                </a:solidFill>
                <a:latin typeface="Tahoma" panose="020B0604030504040204"/>
                <a:ea typeface="Tahoma" panose="020B0604030504040204"/>
                <a:cs typeface="Tahoma" panose="020B0604030504040204"/>
                <a:sym typeface="Tahoma" panose="020B0604030504040204"/>
              </a:rPr>
              <a:t>1</a:t>
            </a:r>
            <a:endParaRPr sz="1800" b="1" i="0" u="none" strike="noStrike" cap="none">
              <a:solidFill>
                <a:srgbClr val="FFFFFF"/>
              </a:solidFill>
              <a:latin typeface="Tahoma" panose="020B0604030504040204"/>
              <a:ea typeface="Tahoma" panose="020B0604030504040204"/>
              <a:cs typeface="Tahoma" panose="020B0604030504040204"/>
              <a:sym typeface="Tahoma" panose="020B0604030504040204"/>
            </a:endParaRPr>
          </a:p>
        </p:txBody>
      </p:sp>
      <p:sp>
        <p:nvSpPr>
          <p:cNvPr id="157" name="Google Shape;157;p12"/>
          <p:cNvSpPr txBox="1"/>
          <p:nvPr/>
        </p:nvSpPr>
        <p:spPr>
          <a:xfrm>
            <a:off x="1371600" y="1069848"/>
            <a:ext cx="7223760" cy="822960"/>
          </a:xfrm>
          <a:prstGeom prst="rect">
            <a:avLst/>
          </a:prstGeom>
          <a:no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7434"/>
              </a:buClr>
              <a:buSzPts val="1400"/>
              <a:buFont typeface="Tahoma" panose="020B0604030504040204"/>
              <a:buNone/>
            </a:pPr>
            <a:r>
              <a:rPr lang="en-US" sz="1400" b="1" i="0" u="none" strike="noStrike" cap="none">
                <a:solidFill>
                  <a:srgbClr val="007434"/>
                </a:solidFill>
                <a:latin typeface="Tahoma" panose="020B0604030504040204"/>
                <a:ea typeface="Tahoma" panose="020B0604030504040204"/>
                <a:cs typeface="Tahoma" panose="020B0604030504040204"/>
                <a:sym typeface="Tahoma" panose="020B0604030504040204"/>
              </a:rPr>
              <a:t>Retrieval-Augmented Generation</a:t>
            </a:r>
            <a:endParaRPr sz="1400" b="1" i="0" u="none" strike="noStrike" cap="none">
              <a:solidFill>
                <a:srgbClr val="007434"/>
              </a:solidFill>
              <a:latin typeface="Tahoma" panose="020B0604030504040204"/>
              <a:ea typeface="Tahoma" panose="020B0604030504040204"/>
              <a:cs typeface="Tahoma" panose="020B0604030504040204"/>
              <a:sym typeface="Tahoma" panose="020B0604030504040204"/>
            </a:endParaRPr>
          </a:p>
          <a:p>
            <a:pPr marL="0" marR="0" lvl="0" indent="0" algn="l" rtl="0">
              <a:lnSpc>
                <a:spcPct val="100000"/>
              </a:lnSpc>
              <a:spcBef>
                <a:spcPts val="100"/>
              </a:spcBef>
              <a:spcAft>
                <a:spcPts val="0"/>
              </a:spcAft>
              <a:buClr>
                <a:srgbClr val="1F1F1F"/>
              </a:buClr>
              <a:buSzPts val="1250"/>
              <a:buFont typeface="Tahoma" panose="020B0604030504040204"/>
              <a:buNone/>
            </a:pPr>
            <a:r>
              <a:rPr lang="en-US" sz="1250" b="0" i="0" u="none" strike="noStrike" cap="none">
                <a:solidFill>
                  <a:srgbClr val="1F1F1F"/>
                </a:solidFill>
                <a:latin typeface="Tahoma" panose="020B0604030504040204"/>
                <a:ea typeface="Tahoma" panose="020B0604030504040204"/>
                <a:cs typeface="Tahoma" panose="020B0604030504040204"/>
                <a:sym typeface="Tahoma" panose="020B0604030504040204"/>
              </a:rPr>
              <a:t>Retrieval supplies relevant context from an external knowledge source to the language model.</a:t>
            </a:r>
            <a:endParaRPr sz="1250" b="0" i="0" u="none" strike="noStrike" cap="none">
              <a:solidFill>
                <a:srgbClr val="1F1F1F"/>
              </a:solidFill>
              <a:latin typeface="Tahoma" panose="020B0604030504040204"/>
              <a:ea typeface="Tahoma" panose="020B0604030504040204"/>
              <a:cs typeface="Tahoma" panose="020B0604030504040204"/>
              <a:sym typeface="Tahoma" panose="020B0604030504040204"/>
            </a:endParaRPr>
          </a:p>
        </p:txBody>
      </p:sp>
      <p:sp>
        <p:nvSpPr>
          <p:cNvPr id="158" name="Google Shape;158;p12"/>
          <p:cNvSpPr/>
          <p:nvPr/>
        </p:nvSpPr>
        <p:spPr>
          <a:xfrm>
            <a:off x="548640" y="2039112"/>
            <a:ext cx="640080" cy="640080"/>
          </a:xfrm>
          <a:prstGeom prst="ellipse">
            <a:avLst/>
          </a:prstGeom>
          <a:solidFill>
            <a:srgbClr val="00743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800"/>
              <a:buFont typeface="Tahoma" panose="020B0604030504040204"/>
              <a:buNone/>
            </a:pPr>
            <a:r>
              <a:rPr lang="en-US" sz="1800" b="1" i="0" u="none" strike="noStrike" cap="none">
                <a:solidFill>
                  <a:srgbClr val="FFFFFF"/>
                </a:solidFill>
                <a:latin typeface="Tahoma" panose="020B0604030504040204"/>
                <a:ea typeface="Tahoma" panose="020B0604030504040204"/>
                <a:cs typeface="Tahoma" panose="020B0604030504040204"/>
                <a:sym typeface="Tahoma" panose="020B0604030504040204"/>
              </a:rPr>
              <a:t>2</a:t>
            </a:r>
            <a:endParaRPr sz="1800" b="1" i="0" u="none" strike="noStrike" cap="none">
              <a:solidFill>
                <a:srgbClr val="FFFFFF"/>
              </a:solidFill>
              <a:latin typeface="Tahoma" panose="020B0604030504040204"/>
              <a:ea typeface="Tahoma" panose="020B0604030504040204"/>
              <a:cs typeface="Tahoma" panose="020B0604030504040204"/>
              <a:sym typeface="Tahoma" panose="020B0604030504040204"/>
            </a:endParaRPr>
          </a:p>
        </p:txBody>
      </p:sp>
      <p:sp>
        <p:nvSpPr>
          <p:cNvPr id="159" name="Google Shape;159;p12"/>
          <p:cNvSpPr txBox="1"/>
          <p:nvPr/>
        </p:nvSpPr>
        <p:spPr>
          <a:xfrm>
            <a:off x="1371600" y="1965960"/>
            <a:ext cx="7223760" cy="822960"/>
          </a:xfrm>
          <a:prstGeom prst="rect">
            <a:avLst/>
          </a:prstGeom>
          <a:no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7434"/>
              </a:buClr>
              <a:buSzPts val="1400"/>
              <a:buFont typeface="Tahoma" panose="020B0604030504040204"/>
              <a:buNone/>
            </a:pPr>
            <a:r>
              <a:rPr lang="en-US" sz="1400" b="1" i="0" u="none" strike="noStrike" cap="none">
                <a:solidFill>
                  <a:srgbClr val="007434"/>
                </a:solidFill>
                <a:latin typeface="Tahoma" panose="020B0604030504040204"/>
                <a:ea typeface="Tahoma" panose="020B0604030504040204"/>
                <a:cs typeface="Tahoma" panose="020B0604030504040204"/>
                <a:sym typeface="Tahoma" panose="020B0604030504040204"/>
              </a:rPr>
              <a:t>Document Chunking</a:t>
            </a:r>
            <a:endParaRPr sz="1400" b="1" i="0" u="none" strike="noStrike" cap="none">
              <a:solidFill>
                <a:srgbClr val="007434"/>
              </a:solidFill>
              <a:latin typeface="Tahoma" panose="020B0604030504040204"/>
              <a:ea typeface="Tahoma" panose="020B0604030504040204"/>
              <a:cs typeface="Tahoma" panose="020B0604030504040204"/>
              <a:sym typeface="Tahoma" panose="020B0604030504040204"/>
            </a:endParaRPr>
          </a:p>
          <a:p>
            <a:pPr marL="0" marR="0" lvl="0" indent="0" algn="l" rtl="0">
              <a:lnSpc>
                <a:spcPct val="100000"/>
              </a:lnSpc>
              <a:spcBef>
                <a:spcPts val="100"/>
              </a:spcBef>
              <a:spcAft>
                <a:spcPts val="0"/>
              </a:spcAft>
              <a:buClr>
                <a:srgbClr val="1F1F1F"/>
              </a:buClr>
              <a:buSzPts val="1250"/>
              <a:buFont typeface="Tahoma" panose="020B0604030504040204"/>
              <a:buNone/>
            </a:pPr>
            <a:r>
              <a:rPr lang="en-US" sz="1250" b="0" i="0" u="none" strike="noStrike" cap="none">
                <a:solidFill>
                  <a:srgbClr val="1F1F1F"/>
                </a:solidFill>
                <a:latin typeface="Tahoma" panose="020B0604030504040204"/>
                <a:ea typeface="Tahoma" panose="020B0604030504040204"/>
                <a:cs typeface="Tahoma" panose="020B0604030504040204"/>
                <a:sym typeface="Tahoma" panose="020B0604030504040204"/>
              </a:rPr>
              <a:t>Dividing large documents into smaller sections lets relevant content be retrieved efficiently.</a:t>
            </a:r>
            <a:endParaRPr sz="1250" b="0" i="0" u="none" strike="noStrike" cap="none">
              <a:solidFill>
                <a:srgbClr val="1F1F1F"/>
              </a:solidFill>
              <a:latin typeface="Tahoma" panose="020B0604030504040204"/>
              <a:ea typeface="Tahoma" panose="020B0604030504040204"/>
              <a:cs typeface="Tahoma" panose="020B0604030504040204"/>
              <a:sym typeface="Tahoma" panose="020B0604030504040204"/>
            </a:endParaRPr>
          </a:p>
        </p:txBody>
      </p:sp>
      <p:sp>
        <p:nvSpPr>
          <p:cNvPr id="160" name="Google Shape;160;p12"/>
          <p:cNvSpPr/>
          <p:nvPr/>
        </p:nvSpPr>
        <p:spPr>
          <a:xfrm>
            <a:off x="548640" y="2935224"/>
            <a:ext cx="640080" cy="640080"/>
          </a:xfrm>
          <a:prstGeom prst="ellipse">
            <a:avLst/>
          </a:prstGeom>
          <a:solidFill>
            <a:srgbClr val="00743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800"/>
              <a:buFont typeface="Tahoma" panose="020B0604030504040204"/>
              <a:buNone/>
            </a:pPr>
            <a:r>
              <a:rPr lang="en-US" sz="1800" b="1" i="0" u="none" strike="noStrike" cap="none">
                <a:solidFill>
                  <a:srgbClr val="FFFFFF"/>
                </a:solidFill>
                <a:latin typeface="Tahoma" panose="020B0604030504040204"/>
                <a:ea typeface="Tahoma" panose="020B0604030504040204"/>
                <a:cs typeface="Tahoma" panose="020B0604030504040204"/>
                <a:sym typeface="Tahoma" panose="020B0604030504040204"/>
              </a:rPr>
              <a:t>3</a:t>
            </a:r>
            <a:endParaRPr sz="1800" b="1" i="0" u="none" strike="noStrike" cap="none">
              <a:solidFill>
                <a:srgbClr val="FFFFFF"/>
              </a:solidFill>
              <a:latin typeface="Tahoma" panose="020B0604030504040204"/>
              <a:ea typeface="Tahoma" panose="020B0604030504040204"/>
              <a:cs typeface="Tahoma" panose="020B0604030504040204"/>
              <a:sym typeface="Tahoma" panose="020B0604030504040204"/>
            </a:endParaRPr>
          </a:p>
        </p:txBody>
      </p:sp>
      <p:sp>
        <p:nvSpPr>
          <p:cNvPr id="161" name="Google Shape;161;p12"/>
          <p:cNvSpPr txBox="1"/>
          <p:nvPr/>
        </p:nvSpPr>
        <p:spPr>
          <a:xfrm>
            <a:off x="1371600" y="2862072"/>
            <a:ext cx="7223760" cy="822960"/>
          </a:xfrm>
          <a:prstGeom prst="rect">
            <a:avLst/>
          </a:prstGeom>
          <a:no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7434"/>
              </a:buClr>
              <a:buSzPts val="1400"/>
              <a:buFont typeface="Tahoma" panose="020B0604030504040204"/>
              <a:buNone/>
            </a:pPr>
            <a:r>
              <a:rPr lang="en-US" sz="1400" b="1" i="0" u="none" strike="noStrike" cap="none">
                <a:solidFill>
                  <a:srgbClr val="007434"/>
                </a:solidFill>
                <a:latin typeface="Tahoma" panose="020B0604030504040204"/>
                <a:ea typeface="Tahoma" panose="020B0604030504040204"/>
                <a:cs typeface="Tahoma" panose="020B0604030504040204"/>
                <a:sym typeface="Tahoma" panose="020B0604030504040204"/>
              </a:rPr>
              <a:t>Embeddings</a:t>
            </a:r>
            <a:endParaRPr sz="1400" b="1" i="0" u="none" strike="noStrike" cap="none">
              <a:solidFill>
                <a:srgbClr val="007434"/>
              </a:solidFill>
              <a:latin typeface="Tahoma" panose="020B0604030504040204"/>
              <a:ea typeface="Tahoma" panose="020B0604030504040204"/>
              <a:cs typeface="Tahoma" panose="020B0604030504040204"/>
              <a:sym typeface="Tahoma" panose="020B0604030504040204"/>
            </a:endParaRPr>
          </a:p>
          <a:p>
            <a:pPr marL="0" marR="0" lvl="0" indent="0" algn="l" rtl="0">
              <a:lnSpc>
                <a:spcPct val="100000"/>
              </a:lnSpc>
              <a:spcBef>
                <a:spcPts val="100"/>
              </a:spcBef>
              <a:spcAft>
                <a:spcPts val="0"/>
              </a:spcAft>
              <a:buClr>
                <a:srgbClr val="1F1F1F"/>
              </a:buClr>
              <a:buSzPts val="1250"/>
              <a:buFont typeface="Tahoma" panose="020B0604030504040204"/>
              <a:buNone/>
            </a:pPr>
            <a:r>
              <a:rPr lang="en-US" sz="1250" b="0" i="0" u="none" strike="noStrike" cap="none">
                <a:solidFill>
                  <a:srgbClr val="1F1F1F"/>
                </a:solidFill>
                <a:latin typeface="Tahoma" panose="020B0604030504040204"/>
                <a:ea typeface="Tahoma" panose="020B0604030504040204"/>
                <a:cs typeface="Tahoma" panose="020B0604030504040204"/>
                <a:sym typeface="Tahoma" panose="020B0604030504040204"/>
              </a:rPr>
              <a:t>Numerical vectors that let the system compare questions with passages by meaning.</a:t>
            </a:r>
            <a:endParaRPr sz="1250" b="0" i="0" u="none" strike="noStrike" cap="none">
              <a:solidFill>
                <a:srgbClr val="1F1F1F"/>
              </a:solidFill>
              <a:latin typeface="Tahoma" panose="020B0604030504040204"/>
              <a:ea typeface="Tahoma" panose="020B0604030504040204"/>
              <a:cs typeface="Tahoma" panose="020B0604030504040204"/>
              <a:sym typeface="Tahoma" panose="020B0604030504040204"/>
            </a:endParaRPr>
          </a:p>
        </p:txBody>
      </p:sp>
      <p:sp>
        <p:nvSpPr>
          <p:cNvPr id="162" name="Google Shape;162;p12"/>
          <p:cNvSpPr/>
          <p:nvPr/>
        </p:nvSpPr>
        <p:spPr>
          <a:xfrm>
            <a:off x="548640" y="3831335"/>
            <a:ext cx="640080" cy="640080"/>
          </a:xfrm>
          <a:prstGeom prst="ellipse">
            <a:avLst/>
          </a:prstGeom>
          <a:solidFill>
            <a:srgbClr val="00743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800"/>
              <a:buFont typeface="Tahoma" panose="020B0604030504040204"/>
              <a:buNone/>
            </a:pPr>
            <a:r>
              <a:rPr lang="en-US" sz="1800" b="1" i="0" u="none" strike="noStrike" cap="none">
                <a:solidFill>
                  <a:srgbClr val="FFFFFF"/>
                </a:solidFill>
                <a:latin typeface="Tahoma" panose="020B0604030504040204"/>
                <a:ea typeface="Tahoma" panose="020B0604030504040204"/>
                <a:cs typeface="Tahoma" panose="020B0604030504040204"/>
                <a:sym typeface="Tahoma" panose="020B0604030504040204"/>
              </a:rPr>
              <a:t>4</a:t>
            </a:r>
            <a:endParaRPr sz="1800" b="1" i="0" u="none" strike="noStrike" cap="none">
              <a:solidFill>
                <a:srgbClr val="FFFFFF"/>
              </a:solidFill>
              <a:latin typeface="Tahoma" panose="020B0604030504040204"/>
              <a:ea typeface="Tahoma" panose="020B0604030504040204"/>
              <a:cs typeface="Tahoma" panose="020B0604030504040204"/>
              <a:sym typeface="Tahoma" panose="020B0604030504040204"/>
            </a:endParaRPr>
          </a:p>
        </p:txBody>
      </p:sp>
      <p:sp>
        <p:nvSpPr>
          <p:cNvPr id="163" name="Google Shape;163;p12"/>
          <p:cNvSpPr txBox="1"/>
          <p:nvPr/>
        </p:nvSpPr>
        <p:spPr>
          <a:xfrm>
            <a:off x="1371600" y="3758183"/>
            <a:ext cx="7223760" cy="822960"/>
          </a:xfrm>
          <a:prstGeom prst="rect">
            <a:avLst/>
          </a:prstGeom>
          <a:no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7434"/>
              </a:buClr>
              <a:buSzPts val="1400"/>
              <a:buFont typeface="Tahoma" panose="020B0604030504040204"/>
              <a:buNone/>
            </a:pPr>
            <a:r>
              <a:rPr lang="en-US" sz="1400" b="1" i="0" u="none" strike="noStrike" cap="none">
                <a:solidFill>
                  <a:srgbClr val="007434"/>
                </a:solidFill>
                <a:latin typeface="Tahoma" panose="020B0604030504040204"/>
                <a:ea typeface="Tahoma" panose="020B0604030504040204"/>
                <a:cs typeface="Tahoma" panose="020B0604030504040204"/>
                <a:sym typeface="Tahoma" panose="020B0604030504040204"/>
              </a:rPr>
              <a:t>Testing &amp; Evaluation</a:t>
            </a:r>
            <a:endParaRPr sz="1400" b="1" i="0" u="none" strike="noStrike" cap="none">
              <a:solidFill>
                <a:srgbClr val="007434"/>
              </a:solidFill>
              <a:latin typeface="Tahoma" panose="020B0604030504040204"/>
              <a:ea typeface="Tahoma" panose="020B0604030504040204"/>
              <a:cs typeface="Tahoma" panose="020B0604030504040204"/>
              <a:sym typeface="Tahoma" panose="020B0604030504040204"/>
            </a:endParaRPr>
          </a:p>
          <a:p>
            <a:pPr marL="0" marR="0" lvl="0" indent="0" algn="l" rtl="0">
              <a:lnSpc>
                <a:spcPct val="100000"/>
              </a:lnSpc>
              <a:spcBef>
                <a:spcPts val="100"/>
              </a:spcBef>
              <a:spcAft>
                <a:spcPts val="0"/>
              </a:spcAft>
              <a:buClr>
                <a:srgbClr val="1F1F1F"/>
              </a:buClr>
              <a:buSzPts val="1250"/>
              <a:buFont typeface="Tahoma" panose="020B0604030504040204"/>
              <a:buNone/>
            </a:pPr>
            <a:r>
              <a:rPr lang="en-US" sz="1250" b="0" i="0" u="none" strike="noStrike" cap="none">
                <a:solidFill>
                  <a:srgbClr val="1F1F1F"/>
                </a:solidFill>
                <a:latin typeface="Tahoma" panose="020B0604030504040204"/>
                <a:ea typeface="Tahoma" panose="020B0604030504040204"/>
                <a:cs typeface="Tahoma" panose="020B0604030504040204"/>
                <a:sym typeface="Tahoma" panose="020B0604030504040204"/>
              </a:rPr>
              <a:t>Check covered, uncovered, unclear and follow-up questions and record the observed behaviour.</a:t>
            </a:r>
            <a:endParaRPr sz="1250" b="0" i="0" u="none" strike="noStrike" cap="none">
              <a:solidFill>
                <a:srgbClr val="1F1F1F"/>
              </a:solidFill>
              <a:latin typeface="Tahoma" panose="020B0604030504040204"/>
              <a:ea typeface="Tahoma" panose="020B0604030504040204"/>
              <a:cs typeface="Tahoma" panose="020B0604030504040204"/>
              <a:sym typeface="Tahoma" panose="020B0604030504040204"/>
            </a:endParaRPr>
          </a:p>
        </p:txBody>
      </p:sp>
      <p:sp>
        <p:nvSpPr>
          <p:cNvPr id="164" name="Google Shape;164;p12"/>
          <p:cNvSpPr/>
          <p:nvPr/>
        </p:nvSpPr>
        <p:spPr>
          <a:xfrm>
            <a:off x="548640" y="4727448"/>
            <a:ext cx="640080" cy="640080"/>
          </a:xfrm>
          <a:prstGeom prst="ellipse">
            <a:avLst/>
          </a:prstGeom>
          <a:solidFill>
            <a:srgbClr val="00743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800"/>
              <a:buFont typeface="Tahoma" panose="020B0604030504040204"/>
              <a:buNone/>
            </a:pPr>
            <a:r>
              <a:rPr lang="en-US" sz="1800" b="1" i="0" u="none" strike="noStrike" cap="none">
                <a:solidFill>
                  <a:srgbClr val="FFFFFF"/>
                </a:solidFill>
                <a:latin typeface="Tahoma" panose="020B0604030504040204"/>
                <a:ea typeface="Tahoma" panose="020B0604030504040204"/>
                <a:cs typeface="Tahoma" panose="020B0604030504040204"/>
                <a:sym typeface="Tahoma" panose="020B0604030504040204"/>
              </a:rPr>
              <a:t>5</a:t>
            </a:r>
            <a:endParaRPr sz="1800" b="1" i="0" u="none" strike="noStrike" cap="none">
              <a:solidFill>
                <a:srgbClr val="FFFFFF"/>
              </a:solidFill>
              <a:latin typeface="Tahoma" panose="020B0604030504040204"/>
              <a:ea typeface="Tahoma" panose="020B0604030504040204"/>
              <a:cs typeface="Tahoma" panose="020B0604030504040204"/>
              <a:sym typeface="Tahoma" panose="020B0604030504040204"/>
            </a:endParaRPr>
          </a:p>
        </p:txBody>
      </p:sp>
      <p:sp>
        <p:nvSpPr>
          <p:cNvPr id="165" name="Google Shape;165;p12"/>
          <p:cNvSpPr txBox="1"/>
          <p:nvPr/>
        </p:nvSpPr>
        <p:spPr>
          <a:xfrm>
            <a:off x="1371600" y="4654296"/>
            <a:ext cx="7223760" cy="822960"/>
          </a:xfrm>
          <a:prstGeom prst="rect">
            <a:avLst/>
          </a:prstGeom>
          <a:no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7434"/>
              </a:buClr>
              <a:buSzPts val="1400"/>
              <a:buFont typeface="Tahoma" panose="020B0604030504040204"/>
              <a:buNone/>
            </a:pPr>
            <a:r>
              <a:rPr lang="en-US" sz="1400" b="1" i="0" u="none" strike="noStrike" cap="none">
                <a:solidFill>
                  <a:srgbClr val="007434"/>
                </a:solidFill>
                <a:latin typeface="Tahoma" panose="020B0604030504040204"/>
                <a:ea typeface="Tahoma" panose="020B0604030504040204"/>
                <a:cs typeface="Tahoma" panose="020B0604030504040204"/>
                <a:sym typeface="Tahoma" panose="020B0604030504040204"/>
              </a:rPr>
              <a:t>Quality of Input</a:t>
            </a:r>
            <a:endParaRPr sz="1400" b="1" i="0" u="none" strike="noStrike" cap="none">
              <a:solidFill>
                <a:srgbClr val="007434"/>
              </a:solidFill>
              <a:latin typeface="Tahoma" panose="020B0604030504040204"/>
              <a:ea typeface="Tahoma" panose="020B0604030504040204"/>
              <a:cs typeface="Tahoma" panose="020B0604030504040204"/>
              <a:sym typeface="Tahoma" panose="020B0604030504040204"/>
            </a:endParaRPr>
          </a:p>
          <a:p>
            <a:pPr marL="0" marR="0" lvl="0" indent="0" algn="l" rtl="0">
              <a:lnSpc>
                <a:spcPct val="100000"/>
              </a:lnSpc>
              <a:spcBef>
                <a:spcPts val="100"/>
              </a:spcBef>
              <a:spcAft>
                <a:spcPts val="0"/>
              </a:spcAft>
              <a:buClr>
                <a:srgbClr val="1F1F1F"/>
              </a:buClr>
              <a:buSzPts val="1250"/>
              <a:buFont typeface="Tahoma" panose="020B0604030504040204"/>
              <a:buNone/>
            </a:pPr>
            <a:r>
              <a:rPr lang="en-US" sz="1250" b="0" i="0" u="none" strike="noStrike" cap="none">
                <a:solidFill>
                  <a:srgbClr val="1F1F1F"/>
                </a:solidFill>
                <a:latin typeface="Tahoma" panose="020B0604030504040204"/>
                <a:ea typeface="Tahoma" panose="020B0604030504040204"/>
                <a:cs typeface="Tahoma" panose="020B0604030504040204"/>
                <a:sym typeface="Tahoma" panose="020B0604030504040204"/>
              </a:rPr>
              <a:t>Answer quality depends on the source documents, retrieved passages and the language model.</a:t>
            </a:r>
            <a:endParaRPr sz="1250" b="0" i="0" u="none" strike="noStrike" cap="none">
              <a:solidFill>
                <a:srgbClr val="1F1F1F"/>
              </a:solidFill>
              <a:latin typeface="Tahoma" panose="020B0604030504040204"/>
              <a:ea typeface="Tahoma" panose="020B0604030504040204"/>
              <a:cs typeface="Tahoma" panose="020B0604030504040204"/>
              <a:sym typeface="Tahoma" panose="020B06040305040402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53" name="Shape 153"/>
        <p:cNvGrpSpPr/>
        <p:nvPr/>
      </p:nvGrpSpPr>
      <p:grpSpPr>
        <a:xfrm>
          <a:off x="0" y="0"/>
          <a:ext cx="0" cy="0"/>
          <a:chOff x="0" y="0"/>
          <a:chExt cx="0" cy="0"/>
        </a:xfrm>
      </p:grpSpPr>
      <p:sp>
        <p:nvSpPr>
          <p:cNvPr id="154" name="Google Shape;154;p12"/>
          <p:cNvSpPr txBox="1"/>
          <p:nvPr>
            <p:ph type="title"/>
          </p:nvPr>
        </p:nvSpPr>
        <p:spPr>
          <a:xfrm>
            <a:off x="457200" y="274640"/>
            <a:ext cx="8229600" cy="68048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B050"/>
              </a:buClr>
              <a:buSzPts val="2600"/>
              <a:buFont typeface="Tahoma" panose="020B0604030504040204"/>
              <a:buNone/>
            </a:pPr>
            <a:r>
              <a:rPr lang="en-US"/>
              <a:t>6. Conclusion – Future Improvements</a:t>
            </a:r>
            <a:endParaRPr lang="en-US"/>
          </a:p>
        </p:txBody>
      </p:sp>
      <p:sp>
        <p:nvSpPr>
          <p:cNvPr id="155" name="Google Shape;155;p12"/>
          <p:cNvSpPr txBox="1"/>
          <p:nvPr>
            <p:ph type="sldNum" idx="12"/>
          </p:nvPr>
        </p:nvSpPr>
        <p:spPr>
          <a:xfrm>
            <a:off x="4648200" y="6266141"/>
            <a:ext cx="2057400" cy="365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fld>
            <a:endParaRPr lang="en-US"/>
          </a:p>
        </p:txBody>
      </p:sp>
      <p:sp>
        <p:nvSpPr>
          <p:cNvPr id="156" name="Google Shape;156;p12"/>
          <p:cNvSpPr/>
          <p:nvPr/>
        </p:nvSpPr>
        <p:spPr>
          <a:xfrm>
            <a:off x="548640" y="1143000"/>
            <a:ext cx="640080" cy="640080"/>
          </a:xfrm>
          <a:prstGeom prst="ellipse">
            <a:avLst/>
          </a:prstGeom>
          <a:solidFill>
            <a:srgbClr val="00743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800"/>
              <a:buFont typeface="Tahoma" panose="020B0604030504040204"/>
              <a:buNone/>
            </a:pPr>
            <a:r>
              <a:rPr lang="en-US" sz="1800" b="1" i="0" u="none" strike="noStrike" cap="none">
                <a:solidFill>
                  <a:srgbClr val="FFFFFF"/>
                </a:solidFill>
                <a:latin typeface="Tahoma" panose="020B0604030504040204"/>
                <a:ea typeface="Tahoma" panose="020B0604030504040204"/>
                <a:cs typeface="Tahoma" panose="020B0604030504040204"/>
                <a:sym typeface="Tahoma" panose="020B0604030504040204"/>
              </a:rPr>
              <a:t>1</a:t>
            </a:r>
            <a:endParaRPr sz="1800" b="1" i="0" u="none" strike="noStrike" cap="none">
              <a:solidFill>
                <a:srgbClr val="FFFFFF"/>
              </a:solidFill>
              <a:latin typeface="Tahoma" panose="020B0604030504040204"/>
              <a:ea typeface="Tahoma" panose="020B0604030504040204"/>
              <a:cs typeface="Tahoma" panose="020B0604030504040204"/>
              <a:sym typeface="Tahoma" panose="020B0604030504040204"/>
            </a:endParaRPr>
          </a:p>
        </p:txBody>
      </p:sp>
      <p:sp>
        <p:nvSpPr>
          <p:cNvPr id="157" name="Google Shape;157;p12"/>
          <p:cNvSpPr txBox="1"/>
          <p:nvPr/>
        </p:nvSpPr>
        <p:spPr>
          <a:xfrm>
            <a:off x="1371600" y="1069848"/>
            <a:ext cx="7223760" cy="822960"/>
          </a:xfrm>
          <a:prstGeom prst="rect">
            <a:avLst/>
          </a:prstGeom>
          <a:no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7434"/>
              </a:buClr>
              <a:buSzPts val="1400"/>
              <a:buFont typeface="Tahoma" panose="020B0604030504040204"/>
              <a:buNone/>
            </a:pPr>
            <a:r>
              <a:rPr lang="en-US" sz="1400" b="1" i="0" u="none" strike="noStrike" cap="none">
                <a:solidFill>
                  <a:srgbClr val="007434"/>
                </a:solidFill>
                <a:latin typeface="Tahoma" panose="020B0604030504040204"/>
                <a:ea typeface="Tahoma" panose="020B0604030504040204"/>
                <a:cs typeface="Tahoma" panose="020B0604030504040204"/>
                <a:sym typeface="Tahoma" panose="020B0604030504040204"/>
              </a:rPr>
              <a:t>Document Handling</a:t>
            </a:r>
            <a:endParaRPr sz="1400" b="1" i="0" u="none" strike="noStrike" cap="none">
              <a:solidFill>
                <a:srgbClr val="007434"/>
              </a:solidFill>
              <a:latin typeface="Tahoma" panose="020B0604030504040204"/>
              <a:ea typeface="Tahoma" panose="020B0604030504040204"/>
              <a:cs typeface="Tahoma" panose="020B0604030504040204"/>
              <a:sym typeface="Tahoma" panose="020B0604030504040204"/>
            </a:endParaRPr>
          </a:p>
          <a:p>
            <a:pPr marL="0" marR="0" lvl="0" indent="0" algn="l" rtl="0">
              <a:lnSpc>
                <a:spcPct val="100000"/>
              </a:lnSpc>
              <a:spcBef>
                <a:spcPts val="100"/>
              </a:spcBef>
              <a:spcAft>
                <a:spcPts val="0"/>
              </a:spcAft>
              <a:buClr>
                <a:srgbClr val="1F1F1F"/>
              </a:buClr>
              <a:buSzPts val="1250"/>
              <a:buFont typeface="Tahoma" panose="020B0604030504040204"/>
              <a:buNone/>
            </a:pPr>
            <a:r>
              <a:rPr lang="en-US" sz="1250" b="0" i="0" u="none" strike="noStrike" cap="none">
                <a:solidFill>
                  <a:srgbClr val="1F1F1F"/>
                </a:solidFill>
                <a:latin typeface="Tahoma" panose="020B0604030504040204"/>
                <a:ea typeface="Tahoma" panose="020B0604030504040204"/>
                <a:cs typeface="Tahoma" panose="020B0604030504040204"/>
                <a:sym typeface="Tahoma" panose="020B0604030504040204"/>
              </a:rPr>
              <a:t>Better handling of the educational source documents.</a:t>
            </a:r>
            <a:endParaRPr sz="1250" b="0" i="0" u="none" strike="noStrike" cap="none">
              <a:solidFill>
                <a:srgbClr val="1F1F1F"/>
              </a:solidFill>
              <a:latin typeface="Tahoma" panose="020B0604030504040204"/>
              <a:ea typeface="Tahoma" panose="020B0604030504040204"/>
              <a:cs typeface="Tahoma" panose="020B0604030504040204"/>
              <a:sym typeface="Tahoma" panose="020B0604030504040204"/>
            </a:endParaRPr>
          </a:p>
        </p:txBody>
      </p:sp>
      <p:sp>
        <p:nvSpPr>
          <p:cNvPr id="158" name="Google Shape;158;p12"/>
          <p:cNvSpPr/>
          <p:nvPr/>
        </p:nvSpPr>
        <p:spPr>
          <a:xfrm>
            <a:off x="548640" y="2039112"/>
            <a:ext cx="640080" cy="640080"/>
          </a:xfrm>
          <a:prstGeom prst="ellipse">
            <a:avLst/>
          </a:prstGeom>
          <a:solidFill>
            <a:srgbClr val="00743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800"/>
              <a:buFont typeface="Tahoma" panose="020B0604030504040204"/>
              <a:buNone/>
            </a:pPr>
            <a:r>
              <a:rPr lang="en-US" sz="1800" b="1" i="0" u="none" strike="noStrike" cap="none">
                <a:solidFill>
                  <a:srgbClr val="FFFFFF"/>
                </a:solidFill>
                <a:latin typeface="Tahoma" panose="020B0604030504040204"/>
                <a:ea typeface="Tahoma" panose="020B0604030504040204"/>
                <a:cs typeface="Tahoma" panose="020B0604030504040204"/>
                <a:sym typeface="Tahoma" panose="020B0604030504040204"/>
              </a:rPr>
              <a:t>2</a:t>
            </a:r>
            <a:endParaRPr sz="1800" b="1" i="0" u="none" strike="noStrike" cap="none">
              <a:solidFill>
                <a:srgbClr val="FFFFFF"/>
              </a:solidFill>
              <a:latin typeface="Tahoma" panose="020B0604030504040204"/>
              <a:ea typeface="Tahoma" panose="020B0604030504040204"/>
              <a:cs typeface="Tahoma" panose="020B0604030504040204"/>
              <a:sym typeface="Tahoma" panose="020B0604030504040204"/>
            </a:endParaRPr>
          </a:p>
        </p:txBody>
      </p:sp>
      <p:sp>
        <p:nvSpPr>
          <p:cNvPr id="159" name="Google Shape;159;p12"/>
          <p:cNvSpPr txBox="1"/>
          <p:nvPr/>
        </p:nvSpPr>
        <p:spPr>
          <a:xfrm>
            <a:off x="1371600" y="1965960"/>
            <a:ext cx="7223760" cy="822960"/>
          </a:xfrm>
          <a:prstGeom prst="rect">
            <a:avLst/>
          </a:prstGeom>
          <a:no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7434"/>
              </a:buClr>
              <a:buSzPts val="1400"/>
              <a:buFont typeface="Tahoma" panose="020B0604030504040204"/>
              <a:buNone/>
            </a:pPr>
            <a:r>
              <a:rPr lang="en-US" sz="1400" b="1" i="0" u="none" strike="noStrike" cap="none">
                <a:solidFill>
                  <a:srgbClr val="007434"/>
                </a:solidFill>
                <a:latin typeface="Tahoma" panose="020B0604030504040204"/>
                <a:ea typeface="Tahoma" panose="020B0604030504040204"/>
                <a:cs typeface="Tahoma" panose="020B0604030504040204"/>
                <a:sym typeface="Tahoma" panose="020B0604030504040204"/>
              </a:rPr>
              <a:t>Retrieval</a:t>
            </a:r>
            <a:endParaRPr sz="1400" b="1" i="0" u="none" strike="noStrike" cap="none">
              <a:solidFill>
                <a:srgbClr val="007434"/>
              </a:solidFill>
              <a:latin typeface="Tahoma" panose="020B0604030504040204"/>
              <a:ea typeface="Tahoma" panose="020B0604030504040204"/>
              <a:cs typeface="Tahoma" panose="020B0604030504040204"/>
              <a:sym typeface="Tahoma" panose="020B0604030504040204"/>
            </a:endParaRPr>
          </a:p>
          <a:p>
            <a:pPr marL="0" marR="0" lvl="0" indent="0" algn="l" rtl="0">
              <a:lnSpc>
                <a:spcPct val="100000"/>
              </a:lnSpc>
              <a:spcBef>
                <a:spcPts val="100"/>
              </a:spcBef>
              <a:spcAft>
                <a:spcPts val="0"/>
              </a:spcAft>
              <a:buClr>
                <a:srgbClr val="1F1F1F"/>
              </a:buClr>
              <a:buSzPts val="1250"/>
              <a:buFont typeface="Tahoma" panose="020B0604030504040204"/>
              <a:buNone/>
            </a:pPr>
            <a:r>
              <a:rPr lang="en-US" sz="1250" b="0" i="0" u="none" strike="noStrike" cap="none">
                <a:solidFill>
                  <a:srgbClr val="1F1F1F"/>
                </a:solidFill>
                <a:latin typeface="Tahoma" panose="020B0604030504040204"/>
                <a:ea typeface="Tahoma" panose="020B0604030504040204"/>
                <a:cs typeface="Tahoma" panose="020B0604030504040204"/>
                <a:sym typeface="Tahoma" panose="020B0604030504040204"/>
              </a:rPr>
              <a:t>More effective retrieval of relevant passages.</a:t>
            </a:r>
            <a:endParaRPr sz="1250" b="0" i="0" u="none" strike="noStrike" cap="none">
              <a:solidFill>
                <a:srgbClr val="1F1F1F"/>
              </a:solidFill>
              <a:latin typeface="Tahoma" panose="020B0604030504040204"/>
              <a:ea typeface="Tahoma" panose="020B0604030504040204"/>
              <a:cs typeface="Tahoma" panose="020B0604030504040204"/>
              <a:sym typeface="Tahoma" panose="020B0604030504040204"/>
            </a:endParaRPr>
          </a:p>
        </p:txBody>
      </p:sp>
      <p:sp>
        <p:nvSpPr>
          <p:cNvPr id="160" name="Google Shape;160;p12"/>
          <p:cNvSpPr/>
          <p:nvPr/>
        </p:nvSpPr>
        <p:spPr>
          <a:xfrm>
            <a:off x="548640" y="2935224"/>
            <a:ext cx="640080" cy="640080"/>
          </a:xfrm>
          <a:prstGeom prst="ellipse">
            <a:avLst/>
          </a:prstGeom>
          <a:solidFill>
            <a:srgbClr val="00743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800"/>
              <a:buFont typeface="Tahoma" panose="020B0604030504040204"/>
              <a:buNone/>
            </a:pPr>
            <a:r>
              <a:rPr lang="en-US" sz="1800" b="1" i="0" u="none" strike="noStrike" cap="none">
                <a:solidFill>
                  <a:srgbClr val="FFFFFF"/>
                </a:solidFill>
                <a:latin typeface="Tahoma" panose="020B0604030504040204"/>
                <a:ea typeface="Tahoma" panose="020B0604030504040204"/>
                <a:cs typeface="Tahoma" panose="020B0604030504040204"/>
                <a:sym typeface="Tahoma" panose="020B0604030504040204"/>
              </a:rPr>
              <a:t>3</a:t>
            </a:r>
            <a:endParaRPr sz="1800" b="1" i="0" u="none" strike="noStrike" cap="none">
              <a:solidFill>
                <a:srgbClr val="FFFFFF"/>
              </a:solidFill>
              <a:latin typeface="Tahoma" panose="020B0604030504040204"/>
              <a:ea typeface="Tahoma" panose="020B0604030504040204"/>
              <a:cs typeface="Tahoma" panose="020B0604030504040204"/>
              <a:sym typeface="Tahoma" panose="020B0604030504040204"/>
            </a:endParaRPr>
          </a:p>
        </p:txBody>
      </p:sp>
      <p:sp>
        <p:nvSpPr>
          <p:cNvPr id="161" name="Google Shape;161;p12"/>
          <p:cNvSpPr txBox="1"/>
          <p:nvPr/>
        </p:nvSpPr>
        <p:spPr>
          <a:xfrm>
            <a:off x="1371600" y="2862072"/>
            <a:ext cx="7223760" cy="822960"/>
          </a:xfrm>
          <a:prstGeom prst="rect">
            <a:avLst/>
          </a:prstGeom>
          <a:no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7434"/>
              </a:buClr>
              <a:buSzPts val="1400"/>
              <a:buFont typeface="Tahoma" panose="020B0604030504040204"/>
              <a:buNone/>
            </a:pPr>
            <a:r>
              <a:rPr lang="en-US" sz="1400" b="1" i="0" u="none" strike="noStrike" cap="none">
                <a:solidFill>
                  <a:srgbClr val="007434"/>
                </a:solidFill>
                <a:latin typeface="Tahoma" panose="020B0604030504040204"/>
                <a:ea typeface="Tahoma" panose="020B0604030504040204"/>
                <a:cs typeface="Tahoma" panose="020B0604030504040204"/>
                <a:sym typeface="Tahoma" panose="020B0604030504040204"/>
              </a:rPr>
              <a:t>Source References</a:t>
            </a:r>
            <a:endParaRPr sz="1400" b="1" i="0" u="none" strike="noStrike" cap="none">
              <a:solidFill>
                <a:srgbClr val="007434"/>
              </a:solidFill>
              <a:latin typeface="Tahoma" panose="020B0604030504040204"/>
              <a:ea typeface="Tahoma" panose="020B0604030504040204"/>
              <a:cs typeface="Tahoma" panose="020B0604030504040204"/>
              <a:sym typeface="Tahoma" panose="020B0604030504040204"/>
            </a:endParaRPr>
          </a:p>
          <a:p>
            <a:pPr marL="0" marR="0" lvl="0" indent="0" algn="l" rtl="0">
              <a:lnSpc>
                <a:spcPct val="100000"/>
              </a:lnSpc>
              <a:spcBef>
                <a:spcPts val="100"/>
              </a:spcBef>
              <a:spcAft>
                <a:spcPts val="0"/>
              </a:spcAft>
              <a:buClr>
                <a:srgbClr val="1F1F1F"/>
              </a:buClr>
              <a:buSzPts val="1250"/>
              <a:buFont typeface="Tahoma" panose="020B0604030504040204"/>
              <a:buNone/>
            </a:pPr>
            <a:r>
              <a:rPr lang="en-US" sz="1250" b="0" i="0" u="none" strike="noStrike" cap="none">
                <a:solidFill>
                  <a:srgbClr val="1F1F1F"/>
                </a:solidFill>
                <a:latin typeface="Tahoma" panose="020B0604030504040204"/>
                <a:ea typeface="Tahoma" panose="020B0604030504040204"/>
                <a:cs typeface="Tahoma" panose="020B0604030504040204"/>
                <a:sym typeface="Tahoma" panose="020B0604030504040204"/>
              </a:rPr>
              <a:t>Show the sources used in generated answers.</a:t>
            </a:r>
            <a:endParaRPr sz="1250" b="0" i="0" u="none" strike="noStrike" cap="none">
              <a:solidFill>
                <a:srgbClr val="1F1F1F"/>
              </a:solidFill>
              <a:latin typeface="Tahoma" panose="020B0604030504040204"/>
              <a:ea typeface="Tahoma" panose="020B0604030504040204"/>
              <a:cs typeface="Tahoma" panose="020B0604030504040204"/>
              <a:sym typeface="Tahoma" panose="020B0604030504040204"/>
            </a:endParaRPr>
          </a:p>
        </p:txBody>
      </p:sp>
      <p:sp>
        <p:nvSpPr>
          <p:cNvPr id="162" name="Google Shape;162;p12"/>
          <p:cNvSpPr/>
          <p:nvPr/>
        </p:nvSpPr>
        <p:spPr>
          <a:xfrm>
            <a:off x="548640" y="3831335"/>
            <a:ext cx="640080" cy="640080"/>
          </a:xfrm>
          <a:prstGeom prst="ellipse">
            <a:avLst/>
          </a:prstGeom>
          <a:solidFill>
            <a:srgbClr val="00743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800"/>
              <a:buFont typeface="Tahoma" panose="020B0604030504040204"/>
              <a:buNone/>
            </a:pPr>
            <a:r>
              <a:rPr lang="en-US" sz="1800" b="1" i="0" u="none" strike="noStrike" cap="none">
                <a:solidFill>
                  <a:srgbClr val="FFFFFF"/>
                </a:solidFill>
                <a:latin typeface="Tahoma" panose="020B0604030504040204"/>
                <a:ea typeface="Tahoma" panose="020B0604030504040204"/>
                <a:cs typeface="Tahoma" panose="020B0604030504040204"/>
                <a:sym typeface="Tahoma" panose="020B0604030504040204"/>
              </a:rPr>
              <a:t>4</a:t>
            </a:r>
            <a:endParaRPr sz="1800" b="1" i="0" u="none" strike="noStrike" cap="none">
              <a:solidFill>
                <a:srgbClr val="FFFFFF"/>
              </a:solidFill>
              <a:latin typeface="Tahoma" panose="020B0604030504040204"/>
              <a:ea typeface="Tahoma" panose="020B0604030504040204"/>
              <a:cs typeface="Tahoma" panose="020B0604030504040204"/>
              <a:sym typeface="Tahoma" panose="020B0604030504040204"/>
            </a:endParaRPr>
          </a:p>
        </p:txBody>
      </p:sp>
      <p:sp>
        <p:nvSpPr>
          <p:cNvPr id="163" name="Google Shape;163;p12"/>
          <p:cNvSpPr txBox="1"/>
          <p:nvPr/>
        </p:nvSpPr>
        <p:spPr>
          <a:xfrm>
            <a:off x="1371600" y="3758183"/>
            <a:ext cx="7223760" cy="822960"/>
          </a:xfrm>
          <a:prstGeom prst="rect">
            <a:avLst/>
          </a:prstGeom>
          <a:no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7434"/>
              </a:buClr>
              <a:buSzPts val="1400"/>
              <a:buFont typeface="Tahoma" panose="020B0604030504040204"/>
              <a:buNone/>
            </a:pPr>
            <a:r>
              <a:rPr lang="en-US" sz="1400" b="1" i="0" u="none" strike="noStrike" cap="none">
                <a:solidFill>
                  <a:srgbClr val="007434"/>
                </a:solidFill>
                <a:latin typeface="Tahoma" panose="020B0604030504040204"/>
                <a:ea typeface="Tahoma" panose="020B0604030504040204"/>
                <a:cs typeface="Tahoma" panose="020B0604030504040204"/>
                <a:sym typeface="Tahoma" panose="020B0604030504040204"/>
              </a:rPr>
              <a:t>Unsupported Questions</a:t>
            </a:r>
            <a:endParaRPr sz="1400" b="1" i="0" u="none" strike="noStrike" cap="none">
              <a:solidFill>
                <a:srgbClr val="007434"/>
              </a:solidFill>
              <a:latin typeface="Tahoma" panose="020B0604030504040204"/>
              <a:ea typeface="Tahoma" panose="020B0604030504040204"/>
              <a:cs typeface="Tahoma" panose="020B0604030504040204"/>
              <a:sym typeface="Tahoma" panose="020B0604030504040204"/>
            </a:endParaRPr>
          </a:p>
          <a:p>
            <a:pPr marL="0" marR="0" lvl="0" indent="0" algn="l" rtl="0">
              <a:lnSpc>
                <a:spcPct val="100000"/>
              </a:lnSpc>
              <a:spcBef>
                <a:spcPts val="100"/>
              </a:spcBef>
              <a:spcAft>
                <a:spcPts val="0"/>
              </a:spcAft>
              <a:buClr>
                <a:srgbClr val="1F1F1F"/>
              </a:buClr>
              <a:buSzPts val="1250"/>
              <a:buFont typeface="Tahoma" panose="020B0604030504040204"/>
              <a:buNone/>
            </a:pPr>
            <a:r>
              <a:rPr lang="en-US" sz="1250" b="0" i="0" u="none" strike="noStrike" cap="none">
                <a:solidFill>
                  <a:srgbClr val="1F1F1F"/>
                </a:solidFill>
                <a:latin typeface="Tahoma" panose="020B0604030504040204"/>
                <a:ea typeface="Tahoma" panose="020B0604030504040204"/>
                <a:cs typeface="Tahoma" panose="020B0604030504040204"/>
                <a:sym typeface="Tahoma" panose="020B0604030504040204"/>
              </a:rPr>
              <a:t>Improved handling of questions not covered by the documents.</a:t>
            </a:r>
            <a:endParaRPr sz="1250" b="0" i="0" u="none" strike="noStrike" cap="none">
              <a:solidFill>
                <a:srgbClr val="1F1F1F"/>
              </a:solidFill>
              <a:latin typeface="Tahoma" panose="020B0604030504040204"/>
              <a:ea typeface="Tahoma" panose="020B0604030504040204"/>
              <a:cs typeface="Tahoma" panose="020B0604030504040204"/>
              <a:sym typeface="Tahoma" panose="020B0604030504040204"/>
            </a:endParaRPr>
          </a:p>
        </p:txBody>
      </p:sp>
      <p:sp>
        <p:nvSpPr>
          <p:cNvPr id="164" name="Google Shape;164;p12"/>
          <p:cNvSpPr/>
          <p:nvPr/>
        </p:nvSpPr>
        <p:spPr>
          <a:xfrm>
            <a:off x="548640" y="4727448"/>
            <a:ext cx="640080" cy="640080"/>
          </a:xfrm>
          <a:prstGeom prst="ellipse">
            <a:avLst/>
          </a:prstGeom>
          <a:solidFill>
            <a:srgbClr val="00743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800"/>
              <a:buFont typeface="Tahoma" panose="020B0604030504040204"/>
              <a:buNone/>
            </a:pPr>
            <a:r>
              <a:rPr lang="en-US" sz="1800" b="1" i="0" u="none" strike="noStrike" cap="none">
                <a:solidFill>
                  <a:srgbClr val="FFFFFF"/>
                </a:solidFill>
                <a:latin typeface="Tahoma" panose="020B0604030504040204"/>
                <a:ea typeface="Tahoma" panose="020B0604030504040204"/>
                <a:cs typeface="Tahoma" panose="020B0604030504040204"/>
                <a:sym typeface="Tahoma" panose="020B0604030504040204"/>
              </a:rPr>
              <a:t>5</a:t>
            </a:r>
            <a:endParaRPr sz="1800" b="1" i="0" u="none" strike="noStrike" cap="none">
              <a:solidFill>
                <a:srgbClr val="FFFFFF"/>
              </a:solidFill>
              <a:latin typeface="Tahoma" panose="020B0604030504040204"/>
              <a:ea typeface="Tahoma" panose="020B0604030504040204"/>
              <a:cs typeface="Tahoma" panose="020B0604030504040204"/>
              <a:sym typeface="Tahoma" panose="020B0604030504040204"/>
            </a:endParaRPr>
          </a:p>
        </p:txBody>
      </p:sp>
      <p:sp>
        <p:nvSpPr>
          <p:cNvPr id="165" name="Google Shape;165;p12"/>
          <p:cNvSpPr txBox="1"/>
          <p:nvPr/>
        </p:nvSpPr>
        <p:spPr>
          <a:xfrm>
            <a:off x="1371600" y="4654296"/>
            <a:ext cx="7223760" cy="822960"/>
          </a:xfrm>
          <a:prstGeom prst="rect">
            <a:avLst/>
          </a:prstGeom>
          <a:no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7434"/>
              </a:buClr>
              <a:buSzPts val="1400"/>
              <a:buFont typeface="Tahoma" panose="020B0604030504040204"/>
              <a:buNone/>
            </a:pPr>
            <a:r>
              <a:rPr lang="en-US" sz="1400" b="1" i="0" u="none" strike="noStrike" cap="none">
                <a:solidFill>
                  <a:srgbClr val="007434"/>
                </a:solidFill>
                <a:latin typeface="Tahoma" panose="020B0604030504040204"/>
                <a:ea typeface="Tahoma" panose="020B0604030504040204"/>
                <a:cs typeface="Tahoma" panose="020B0604030504040204"/>
                <a:sym typeface="Tahoma" panose="020B0604030504040204"/>
              </a:rPr>
              <a:t>User Interface</a:t>
            </a:r>
            <a:endParaRPr sz="1400" b="1" i="0" u="none" strike="noStrike" cap="none">
              <a:solidFill>
                <a:srgbClr val="007434"/>
              </a:solidFill>
              <a:latin typeface="Tahoma" panose="020B0604030504040204"/>
              <a:ea typeface="Tahoma" panose="020B0604030504040204"/>
              <a:cs typeface="Tahoma" panose="020B0604030504040204"/>
              <a:sym typeface="Tahoma" panose="020B0604030504040204"/>
            </a:endParaRPr>
          </a:p>
          <a:p>
            <a:pPr marL="0" marR="0" lvl="0" indent="0" algn="l" rtl="0">
              <a:lnSpc>
                <a:spcPct val="100000"/>
              </a:lnSpc>
              <a:spcBef>
                <a:spcPts val="100"/>
              </a:spcBef>
              <a:spcAft>
                <a:spcPts val="0"/>
              </a:spcAft>
              <a:buClr>
                <a:srgbClr val="1F1F1F"/>
              </a:buClr>
              <a:buSzPts val="1250"/>
              <a:buFont typeface="Tahoma" panose="020B0604030504040204"/>
              <a:buNone/>
            </a:pPr>
            <a:r>
              <a:rPr lang="en-US" sz="1250" b="0" i="0" u="none" strike="noStrike" cap="none">
                <a:solidFill>
                  <a:srgbClr val="1F1F1F"/>
                </a:solidFill>
                <a:latin typeface="Tahoma" panose="020B0604030504040204"/>
                <a:ea typeface="Tahoma" panose="020B0604030504040204"/>
                <a:cs typeface="Tahoma" panose="020B0604030504040204"/>
                <a:sym typeface="Tahoma" panose="020B0604030504040204"/>
              </a:rPr>
              <a:t>A more user-friendly interface.</a:t>
            </a:r>
            <a:endParaRPr sz="1250" b="0" i="0" u="none" strike="noStrike" cap="none">
              <a:solidFill>
                <a:srgbClr val="1F1F1F"/>
              </a:solidFill>
              <a:latin typeface="Tahoma" panose="020B0604030504040204"/>
              <a:ea typeface="Tahoma" panose="020B0604030504040204"/>
              <a:cs typeface="Tahoma" panose="020B0604030504040204"/>
              <a:sym typeface="Tahoma" panose="020B06040305040402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69" name="Shape 169"/>
        <p:cNvGrpSpPr/>
        <p:nvPr/>
      </p:nvGrpSpPr>
      <p:grpSpPr>
        <a:xfrm>
          <a:off x="0" y="0"/>
          <a:ext cx="0" cy="0"/>
          <a:chOff x="0" y="0"/>
          <a:chExt cx="0" cy="0"/>
        </a:xfrm>
      </p:grpSpPr>
      <p:sp>
        <p:nvSpPr>
          <p:cNvPr id="170" name="Google Shape;170;p13"/>
          <p:cNvSpPr txBox="1"/>
          <p:nvPr>
            <p:ph type="title"/>
          </p:nvPr>
        </p:nvSpPr>
        <p:spPr>
          <a:xfrm>
            <a:off x="457200" y="274640"/>
            <a:ext cx="8229600" cy="68048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B050"/>
              </a:buClr>
              <a:buSzPts val="2600"/>
              <a:buFont typeface="Tahoma" panose="020B0604030504040204"/>
              <a:buNone/>
            </a:pPr>
            <a:r>
              <a:rPr lang="en-US"/>
              <a:t>6. Conclusion</a:t>
            </a:r>
            <a:endParaRPr lang="en-US"/>
          </a:p>
        </p:txBody>
      </p:sp>
      <p:sp>
        <p:nvSpPr>
          <p:cNvPr id="171" name="Google Shape;171;p13"/>
          <p:cNvSpPr txBox="1"/>
          <p:nvPr>
            <p:ph type="sldNum" idx="12"/>
          </p:nvPr>
        </p:nvSpPr>
        <p:spPr>
          <a:xfrm>
            <a:off x="4648200" y="6266141"/>
            <a:ext cx="2057400" cy="365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fld>
            <a:endParaRPr lang="en-US"/>
          </a:p>
        </p:txBody>
      </p:sp>
      <p:sp>
        <p:nvSpPr>
          <p:cNvPr id="172" name="Google Shape;172;p13"/>
          <p:cNvSpPr txBox="1"/>
          <p:nvPr/>
        </p:nvSpPr>
        <p:spPr>
          <a:xfrm>
            <a:off x="548640" y="1143000"/>
            <a:ext cx="8046720" cy="3566160"/>
          </a:xfrm>
          <a:prstGeom prst="rect">
            <a:avLst/>
          </a:prstGeom>
          <a:noFill/>
          <a:ln>
            <a:noFill/>
          </a:ln>
        </p:spPr>
        <p:txBody>
          <a:bodyPr spcFirstLastPara="1" wrap="square" lIns="91425" tIns="91425" rIns="91425" bIns="91425" anchor="t" anchorCtr="0">
            <a:noAutofit/>
          </a:bodyPr>
          <a:lstStyle/>
          <a:p>
            <a:pPr marL="0" marR="0" lvl="0" indent="0" algn="l" rtl="0">
              <a:lnSpc>
                <a:spcPct val="110000"/>
              </a:lnSpc>
              <a:spcBef>
                <a:spcPts val="0"/>
              </a:spcBef>
              <a:spcAft>
                <a:spcPts val="0"/>
              </a:spcAft>
              <a:buClr>
                <a:srgbClr val="1F1F1F"/>
              </a:buClr>
              <a:buSzPts val="1500"/>
              <a:buFont typeface="Arial" panose="020B0604020202020204"/>
              <a:buNone/>
            </a:pPr>
            <a:r>
              <a:rPr lang="en-US" sz="1500" b="0" i="0" u="none" strike="noStrike" cap="none">
                <a:solidFill>
                  <a:srgbClr val="1F1F1F"/>
                </a:solidFill>
                <a:latin typeface="Tahoma" panose="020B0604030504040204"/>
                <a:ea typeface="Tahoma" panose="020B0604030504040204"/>
                <a:cs typeface="Tahoma" panose="020B0604030504040204"/>
                <a:sym typeface="Tahoma" panose="020B0604030504040204"/>
              </a:rPr>
              <a:t>The four-week Data Science internship at CODTECH IT Solutions Private Limited (15 July – 12 August 2026) strengthened my understanding of data-driven problem-solving and AI applications. The RAG-Based AI Teaching Assistant project shows how document processing, embeddings, retrieval and language-model generation work together for educational question answering. Its usefulness depends on the quality of the source documents, the relevance of retrieved passages and the behaviour of the language model. The internship reinforced continuous learning, analytical thinking and professional discipline, giving a foundation for further work in Data Science, AI and practical software development.</a:t>
            </a:r>
            <a:endParaRPr sz="1500" b="0" i="0" u="none" strike="noStrike" cap="none">
              <a:solidFill>
                <a:srgbClr val="1F1F1F"/>
              </a:solidFill>
              <a:latin typeface="Tahoma" panose="020B0604030504040204"/>
              <a:ea typeface="Tahoma" panose="020B0604030504040204"/>
              <a:cs typeface="Tahoma" panose="020B0604030504040204"/>
              <a:sym typeface="Tahoma" panose="020B0604030504040204"/>
            </a:endParaRPr>
          </a:p>
        </p:txBody>
      </p:sp>
      <p:sp>
        <p:nvSpPr>
          <p:cNvPr id="173" name="Google Shape;173;p13"/>
          <p:cNvSpPr/>
          <p:nvPr/>
        </p:nvSpPr>
        <p:spPr>
          <a:xfrm>
            <a:off x="2103120" y="4754880"/>
            <a:ext cx="4937760" cy="731520"/>
          </a:xfrm>
          <a:prstGeom prst="roundRect">
            <a:avLst>
              <a:gd name="adj" fmla="val 8000"/>
            </a:avLst>
          </a:prstGeom>
          <a:solidFill>
            <a:srgbClr val="00743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FFFFFF"/>
              </a:buClr>
              <a:buSzPts val="2400"/>
              <a:buFont typeface="Tahoma" panose="020B0604030504040204"/>
              <a:buNone/>
            </a:pPr>
            <a:r>
              <a:rPr lang="en-US" sz="2400" b="1" i="0" u="none" strike="noStrike" cap="none">
                <a:solidFill>
                  <a:srgbClr val="FFFFFF"/>
                </a:solidFill>
                <a:latin typeface="Tahoma" panose="020B0604030504040204"/>
                <a:ea typeface="Tahoma" panose="020B0604030504040204"/>
                <a:cs typeface="Tahoma" panose="020B0604030504040204"/>
                <a:sym typeface="Tahoma" panose="020B0604030504040204"/>
              </a:rPr>
              <a:t>Thank You</a:t>
            </a:r>
            <a:endParaRPr sz="2400" b="1" i="0" u="none" strike="noStrike" cap="none">
              <a:solidFill>
                <a:srgbClr val="FFFFFF"/>
              </a:solidFill>
              <a:latin typeface="Tahoma" panose="020B0604030504040204"/>
              <a:ea typeface="Tahoma" panose="020B0604030504040204"/>
              <a:cs typeface="Tahoma" panose="020B0604030504040204"/>
              <a:sym typeface="Tahoma" panose="020B0604030504040204"/>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8580</Words>
  <Application>WPS Presentation</Application>
  <PresentationFormat/>
  <Paragraphs>385</Paragraphs>
  <Slides>19</Slides>
  <Notes>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19</vt:i4>
      </vt:variant>
    </vt:vector>
  </HeadingPairs>
  <TitlesOfParts>
    <vt:vector size="35" baseType="lpstr">
      <vt:lpstr>Arial</vt:lpstr>
      <vt:lpstr>SimSun</vt:lpstr>
      <vt:lpstr>Wingdings</vt:lpstr>
      <vt:lpstr>Arial</vt:lpstr>
      <vt:lpstr>Tahoma</vt:lpstr>
      <vt:lpstr>Calibri</vt:lpstr>
      <vt:lpstr>Federo</vt:lpstr>
      <vt:lpstr>Segoe Print</vt:lpstr>
      <vt:lpstr>Bitter Black</vt:lpstr>
      <vt:lpstr>Verdana</vt:lpstr>
      <vt:lpstr>Comic Sans MS</vt:lpstr>
      <vt:lpstr>Twentieth Century</vt:lpstr>
      <vt:lpstr>Century</vt:lpstr>
      <vt:lpstr>Microsoft YaHei</vt:lpstr>
      <vt:lpstr>Arial Unicode MS</vt:lpstr>
      <vt:lpstr>Office Theme</vt:lpstr>
      <vt:lpstr>RAG-Based AI Teaching Assistant</vt:lpstr>
      <vt:lpstr>Table of Contents</vt:lpstr>
      <vt:lpstr>1. Internship Completion Certificate</vt:lpstr>
      <vt:lpstr>2. Abstract</vt:lpstr>
      <vt:lpstr>3. Introduction</vt:lpstr>
      <vt:lpstr>3.1 Description of the Company</vt:lpstr>
      <vt:lpstr>3.2 Overview of the Project</vt:lpstr>
      <vt:lpstr>3.2 Overview – RAG Workflow</vt:lpstr>
      <vt:lpstr>3.2 Embeddings &amp; RAG Components</vt:lpstr>
      <vt:lpstr>3.3 Technology Stack</vt:lpstr>
      <vt:lpstr>4. Summary of Experience</vt:lpstr>
      <vt:lpstr>4. Summary – Implementation Workflow</vt:lpstr>
      <vt:lpstr>4. Summary – Functional Test Cases</vt:lpstr>
      <vt:lpstr>4. Summary – Key Learning Areas</vt:lpstr>
      <vt:lpstr>5. Reflection on Learning</vt:lpstr>
      <vt:lpstr>5. Reflection – Testing &amp; Evaluation</vt:lpstr>
      <vt:lpstr>5. Reflection – Key Concepts Learned</vt:lpstr>
      <vt:lpstr>6. Conclusion – Future Improvements</vt:lpstr>
      <vt:lpstr>6. 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CODTECH Data Science InternshipRAG-Based AI Teaching Assistant</dc:title>
  <dc:creator>Sunitha</dc:creator>
  <cp:lastModifiedBy>PAVAN KALYAN</cp:lastModifiedBy>
  <cp:revision>1</cp:revision>
  <dcterms:created xsi:type="dcterms:W3CDTF">2026-10-23T07:01:56Z</dcterms:created>
  <dcterms:modified xsi:type="dcterms:W3CDTF">2026-10-23T07:01:58Z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AED11A84D2CD45D1AB5F245D3DB6C380_12</vt:lpwstr>
  </property>
  <property fmtid="{D5CDD505-2E9C-101B-9397-08002B2CF9AE}" pid="3" name="KSOProductBuildVer">
    <vt:lpwstr>1033-12.1.0.29162</vt:lpwstr>
  </property>
</Properties>
</file>